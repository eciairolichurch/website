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B6E4-5405-934F-061D-482450E8E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524C3-BFA4-577B-F35C-E14BA8A00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605F2-3626-10D2-E129-E194D70B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084FC-6041-3AF6-AF66-9ACC2CEB3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55D65-1DC8-15B8-24B9-0B948C27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11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2DC8-A8AE-F2A4-D58A-4BAE871D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E0525-2EAF-737C-6419-EC8369D4E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41129-FEBD-4636-C85D-9D77AF4CF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70E00-D3FB-7F1E-3F43-8F6B23DB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E1D2A-A576-FF38-914F-F8E1F6C0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5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25DE-7517-ED6F-EDB4-81397913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193AC-A8C7-A931-102F-125956232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5F7FF-0C72-46BF-42F2-D00540C2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4C9A7-5E03-6AA1-56F0-8B54936D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525E9-ED72-7C63-582A-F8C71D11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1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4689-B385-1047-46E0-9CBA3AB7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96B1-D407-F11E-D73D-77BEE6796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D03AA-4BB3-F047-294C-CC395D509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F8086-F9A9-85A4-7E85-E35D6921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FA5C3-F33C-C544-6B91-7F340853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C0178-F89C-9667-00ED-09C1C6F4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79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CB19-8DD4-6645-102B-C1BAFB5D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FD463-9CDE-DE2E-C12B-1751CB6A8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6B86D-9191-BCA6-CEDD-63143EF3F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28778-C0E3-43FE-D64F-54C1564F9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2E707-9988-095E-2484-EF7413A3F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B6CB6-9A41-14C5-F980-7DE62E574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58A9A-23CA-C15C-A181-CACB734E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CCAF6-7A39-1EFE-5F6E-AEDF77AA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80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6822-6780-A416-2C0B-2892F921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120ED-BD9E-F489-9EDE-22FB71D4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1F246-A5D7-50FC-E3F5-0BB7B030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5D327-DE9A-F980-F591-C8FA8B96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05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58493-350C-DAD4-5444-E1C0672A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EFDFB-7200-953D-F69A-5442033E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34871-E176-DDD0-93C8-35ECDDEB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35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25E0-497B-A1C6-814B-FDFBB219B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B6F5-EBE3-F152-3AB4-090A2EB9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2873F-E5EB-96A2-13B4-305240AF0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0D026-627B-97A9-C50C-AB4F572FC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22440-E8DE-EDDC-53FB-21A62E8C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33403-B319-EE4B-762E-C2FEBBCB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4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CF7B-F40A-01A4-62B3-D7B9931F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09559-913E-1F89-F7BF-6ED92D8BD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4CB6B-C814-ED53-9F07-33D681B45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45676-F589-6479-55BD-A6F43FEB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8283-6FF9-4ABF-636D-B8839697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2BE01-CC08-59F6-9FF1-59AAFF00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57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BAD6-1035-010D-BCA2-A19B5573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F22B4-D608-5050-A6C8-FE89CC581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FB080-D554-30F7-4BAC-A9A576EA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DFA37-FCFA-2CC2-3A94-64E7F46D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7562-BDAC-F20C-97ED-E9C8F10F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3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1A3D3-EB0A-3CFC-3FC3-E888F98C2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63278-48EE-4EF6-98A3-F28B7CE20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EC1B7-2FF9-50D0-2744-509479168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6CBF8-B4AC-14B5-74C5-CD7F9FBF5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03A88-01F3-E6B7-6E29-95C8B259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12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DF2AB5-AB8C-DFBB-B700-65123C4C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7485B-BC87-1A51-D35B-1AB1836CF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78757-39C7-59E6-5F7F-FF4A2FBD3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7EFC0-BF0C-4C2C-A357-DED035B3EDD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7132D-7A44-00BC-643A-6FD9416B1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F8E46-EBA7-1195-4B3F-42F44BF50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2A0FD-5636-46AF-ABD0-B43BFEE2C5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97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B634-29FD-2423-C217-32005D77C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669" y="1258848"/>
            <a:ext cx="11552663" cy="4340305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Song 5</a:t>
            </a:r>
            <a:br>
              <a:rPr lang="en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என்னை </a:t>
            </a:r>
            <a:r>
              <a:rPr lang="ta-IN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மறவா</a:t>
            </a:r>
            <a:r>
              <a:rPr lang="ta-IN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இயேசு </a:t>
            </a:r>
            <a:r>
              <a:rPr lang="ta-IN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நாதா</a:t>
            </a:r>
            <a:br>
              <a:rPr lang="en-IN" b="1" dirty="0"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br>
              <a:rPr lang="en-IN" b="1" dirty="0"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en-IN" sz="4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Song 5</a:t>
            </a:r>
            <a:br>
              <a:rPr lang="en-IN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en-IN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94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B634-29FD-2423-C217-32005D77C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328" y="323159"/>
            <a:ext cx="11552663" cy="303312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1.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 புண்ணிய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நாதரைப்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வானோர்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கூடிப்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பாடவும்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இன்பமாய்,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பாரிலேயும்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நாம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சங்கீர்த்தனம்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செய்ய;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மாந்தர் யாரும்,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வாரும்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ஆனந்தமாய்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000" b="1" dirty="0">
              <a:solidFill>
                <a:srgbClr val="FFFF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9D887BC-BB96-BB0D-D3D2-CA7D3EDBA310}"/>
              </a:ext>
            </a:extLst>
          </p:cNvPr>
          <p:cNvSpPr txBox="1">
            <a:spLocks/>
          </p:cNvSpPr>
          <p:nvPr/>
        </p:nvSpPr>
        <p:spPr>
          <a:xfrm>
            <a:off x="300328" y="3501712"/>
            <a:ext cx="11552663" cy="30331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1.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 Punniya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Naatharaipotrum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Vaanor Kootip Paadavum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Inbamaay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Paarileyum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Naama Sangirththanam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Seyya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Maanthar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Yaarum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Ananthamaay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28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2AF8-0C28-3E82-B555-586D3E4A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0E90E-1EFA-3425-6A70-620BCA083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30" y="323159"/>
            <a:ext cx="11756921" cy="3033129"/>
          </a:xfrm>
        </p:spPr>
        <p:txBody>
          <a:bodyPr>
            <a:normAutofit fontScale="90000"/>
          </a:bodyPr>
          <a:lstStyle/>
          <a:p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நேச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மேய்ப்பன்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கரத்தில்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ஏந்துமாறு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நாதர்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நம்மையும்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தாங்குவார்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 தெய்வ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குமாரனைப்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பாதுகாத்து நித்தமும்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போஷிப்பார்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B57D170-567F-A745-A346-25B368E2F1C2}"/>
              </a:ext>
            </a:extLst>
          </p:cNvPr>
          <p:cNvSpPr txBox="1">
            <a:spLocks/>
          </p:cNvSpPr>
          <p:nvPr/>
        </p:nvSpPr>
        <p:spPr>
          <a:xfrm>
            <a:off x="178859" y="3501712"/>
            <a:ext cx="11552663" cy="30331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Nesa Meyppan Karathil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Enthumaaru</a:t>
            </a:r>
            <a:endParaRPr lang="en-IN" sz="4400" b="1" dirty="0"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Yesu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Naathar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Nammaiyum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Thaanguvaar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Pottum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Pottum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Theyva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Kumaaranai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Pottum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Paathukaathu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Nithamum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Poshippaar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412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9CD2-3A6B-94A1-9945-5FBCAEA8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2079-5DE6-2324-1811-FBA63E052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95871"/>
            <a:ext cx="11872331" cy="3033129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2.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 புண்ணிய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நாதரைப்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பாவம்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போக்கப்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பாரினில்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ஜென்மித்தார்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பாடுபட்டுப்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பிராணத்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தியாகமும்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செய்து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வானலோக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வாசலைத்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திறந்தார்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4000" b="1" dirty="0">
              <a:solidFill>
                <a:srgbClr val="FFFF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ABAD11C-D01B-346B-98A6-EB3C24325F2E}"/>
              </a:ext>
            </a:extLst>
          </p:cNvPr>
          <p:cNvSpPr txBox="1">
            <a:spLocks/>
          </p:cNvSpPr>
          <p:nvPr/>
        </p:nvSpPr>
        <p:spPr>
          <a:xfrm>
            <a:off x="130311" y="3617126"/>
            <a:ext cx="11611709" cy="30331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2.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 Punniya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Naatharai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Paavam Pokka Paarinil Jenmithaar;</a:t>
            </a:r>
          </a:p>
          <a:p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Paadupattu Piraana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Thiyaakamum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Seythu</a:t>
            </a:r>
            <a:endParaRPr lang="en-IN" sz="4400" b="1" dirty="0"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Vaanaloka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Vaasalai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4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Thiranthaar</a:t>
            </a:r>
            <a:r>
              <a:rPr lang="en-IN" sz="44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60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9134-9246-4748-30C2-C20BAEFF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4347-2D65-CADB-453A-16B0C2402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667" y="435646"/>
            <a:ext cx="11552663" cy="3033129"/>
          </a:xfrm>
        </p:spPr>
        <p:txBody>
          <a:bodyPr>
            <a:normAutofit fontScale="90000"/>
          </a:bodyPr>
          <a:lstStyle/>
          <a:p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மா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கர்த்தாவே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ஸ்தோத்திரம் என்றும்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என்றும்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வாழ்க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வாழ்க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ஜெகத்து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ரட்சகா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அருள்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நாதா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மாசணுகா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பரஞ்சோதி,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வல்லநாதா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கருணை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நாயகா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3BF9DBD-8699-D891-369B-83632630CB28}"/>
              </a:ext>
            </a:extLst>
          </p:cNvPr>
          <p:cNvSpPr txBox="1">
            <a:spLocks/>
          </p:cNvSpPr>
          <p:nvPr/>
        </p:nvSpPr>
        <p:spPr>
          <a:xfrm>
            <a:off x="319667" y="4147279"/>
            <a:ext cx="11552663" cy="2275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Maa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Karthaave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Sthothiram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Entum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</a:p>
          <a:p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Entum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Vaalka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Vaalka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Jekathu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Ratchakaa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Arul Naathaa,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Maasanukaa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Paranjothi,</a:t>
            </a:r>
          </a:p>
          <a:p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Vallanaathaa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Karunnai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Naayakaa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6176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0DAB-3210-31E2-257C-EF489F50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D843-0646-7FA2-7A03-1196B7205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328" y="247485"/>
            <a:ext cx="11552663" cy="303312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3.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 புண்ணிய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நாதரைப்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விண்ணும்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மண்ணும்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இசைந்து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பாடவும்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போற்றும்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மீட்பர்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மகத்துவமாக</a:t>
            </a:r>
            <a:b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0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ஆட்சிசெய்வார்</a:t>
            </a:r>
            <a:r>
              <a:rPr lang="ta-IN" sz="40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நித்திய காலமும்;</a:t>
            </a:r>
            <a:endParaRPr lang="en-IN" sz="4000" b="1" dirty="0">
              <a:solidFill>
                <a:srgbClr val="FFFF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A9EAE6-7B46-EE4A-928F-71969E1F4442}"/>
              </a:ext>
            </a:extLst>
          </p:cNvPr>
          <p:cNvSpPr txBox="1">
            <a:spLocks/>
          </p:cNvSpPr>
          <p:nvPr/>
        </p:nvSpPr>
        <p:spPr>
          <a:xfrm>
            <a:off x="300328" y="3501712"/>
            <a:ext cx="11552663" cy="30331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3.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 Punniya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Naatharai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Vinum Manum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Isainthu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Paadavum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Potrum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Meetpar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Makathuvamaaka</a:t>
            </a:r>
            <a:endParaRPr lang="en-IN" sz="4000" b="1" dirty="0">
              <a:solidFill>
                <a:srgbClr val="FFFF00"/>
              </a:solidFill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Aatchiseyvaar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Nithiya </a:t>
            </a:r>
            <a:r>
              <a:rPr lang="en-IN" sz="40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Kaalamum</a:t>
            </a:r>
            <a:r>
              <a:rPr lang="en-IN" sz="40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  <a:endParaRPr lang="en-IN" sz="4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40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6B379-F9C8-2E35-66F6-CA757392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8837-385C-338F-C0D9-F77BC5EE4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668" y="503517"/>
            <a:ext cx="11552663" cy="3033129"/>
          </a:xfrm>
        </p:spPr>
        <p:txBody>
          <a:bodyPr>
            <a:normAutofit fontScale="90000"/>
          </a:bodyPr>
          <a:lstStyle/>
          <a:p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ஏக ராஜா,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மாட்சிமையோடு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வந்து,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 ஸ்வாமி, பூமியில்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ஆளுமேன்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லோகம் எங்கும்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நீதியின்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செங்கோலை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ஓச்சி</a:t>
            </a:r>
            <a:b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</a:b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ஜோதியாகப்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பாலனம்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பண்ணுமேன்</a:t>
            </a:r>
            <a:r>
              <a:rPr lang="ta-IN" sz="4800" b="1" dirty="0">
                <a:solidFill>
                  <a:schemeClr val="bg1">
                    <a:lumMod val="95000"/>
                  </a:schemeClr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37B76B2-D505-69EF-C801-CAF7197AA1A9}"/>
              </a:ext>
            </a:extLst>
          </p:cNvPr>
          <p:cNvSpPr txBox="1">
            <a:spLocks/>
          </p:cNvSpPr>
          <p:nvPr/>
        </p:nvSpPr>
        <p:spPr>
          <a:xfrm>
            <a:off x="319668" y="4079408"/>
            <a:ext cx="11552663" cy="2275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Ega Raajaa, </a:t>
            </a:r>
            <a:r>
              <a:rPr lang="en-IN" sz="3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Maatchimaiyodu</a:t>
            </a: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Vanthu</a:t>
            </a: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Yesu </a:t>
            </a:r>
            <a:r>
              <a:rPr lang="en-IN" sz="3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Svaami</a:t>
            </a: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, </a:t>
            </a:r>
            <a:r>
              <a:rPr lang="en-IN" sz="3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Poomiyil</a:t>
            </a: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3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Aalumen</a:t>
            </a: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Logam Engum Neethiyin Sengolai Ochi</a:t>
            </a:r>
          </a:p>
          <a:p>
            <a:pPr>
              <a:lnSpc>
                <a:spcPct val="120000"/>
              </a:lnSpc>
            </a:pP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Jothiyaaka Paalanam </a:t>
            </a:r>
            <a:r>
              <a:rPr lang="en-IN" sz="3800" b="1" dirty="0" err="1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Panumen</a:t>
            </a:r>
            <a:r>
              <a:rPr lang="en-IN" sz="3800" b="1" dirty="0">
                <a:solidFill>
                  <a:srgbClr val="FFFF0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745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313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Uni Ila.Sundaram-02</vt:lpstr>
      <vt:lpstr>Office Theme</vt:lpstr>
      <vt:lpstr>Song 5 என்னை மறவா இயேசு நாதா  Song 5 Potrum Potrum</vt:lpstr>
      <vt:lpstr>1. போற்றும், போற்றும்! புண்ணிய நாதரைப் போற்றும்! வானோர் கூடிப் பாடவும் இன்பமாய், பாரிலேயும் நாம சங்கீர்த்தனம் செய்ய; மாந்தர் யாரும், வாரும் ஆனந்தமாய்.</vt:lpstr>
      <vt:lpstr>நேச மேய்ப்பன் கரத்தில் ஏந்துமாறு இயேசு நாதர் நம்மையும் தாங்குவார்; போற்றும், போற்றும்! தெய்வ குமாரனைப் போற்றும்! பாதுகாத்து நித்தமும் போஷிப்பார்.</vt:lpstr>
      <vt:lpstr>2. போற்றும், போற்றும்! புண்ணிய நாதரைப் போற்றும்! பாவம் போக்கப் பாரினில் ஜென்மித்தார்; பாடுபட்டுப் பிராணத் தியாகமும் செய்து வானலோக வாசலைத் திறந்தார்.</vt:lpstr>
      <vt:lpstr>மா கர்த்தாவே, ஸ்தோத்திரம் என்றும் என்றும்! வாழ்க, வாழ்க, ஜெகத்து ரட்சகா! அருள் நாதா, மாசணுகா பரஞ்சோதி, வல்லநாதா, கருணை நாயகா!</vt:lpstr>
      <vt:lpstr>3. போற்றும், போற்றும்! புண்ணிய நாதரைப் போற்றும்! விண்ணும் மண்ணும் இசைந்து பாடவும்; போற்றும், போற்றும், மீட்பர் மகத்துவமாக ஆட்சிசெய்வார் நித்திய காலமும்;</vt:lpstr>
      <vt:lpstr>ஏக ராஜா, மாட்சிமையோடு வந்து, இயேசு ஸ்வாமி, பூமியில் ஆளுமேன்; லோகம் எங்கும் நீதியின் செங்கோலை ஓச்சி ஜோதியாகப் பாலனம் பண்ணுமேன்.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Martin</dc:creator>
  <cp:lastModifiedBy>Prince Nadar</cp:lastModifiedBy>
  <cp:revision>58</cp:revision>
  <dcterms:created xsi:type="dcterms:W3CDTF">2024-08-03T20:45:36Z</dcterms:created>
  <dcterms:modified xsi:type="dcterms:W3CDTF">2026-05-02T09:10:03Z</dcterms:modified>
</cp:coreProperties>
</file>