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86" d="100"/>
          <a:sy n="86" d="100"/>
        </p:scale>
        <p:origin x="6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E3F9F-2EE1-4BDA-86B9-BEEDB71E3EFC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A23F4-C654-4308-8FAD-D5E740DC4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192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A23F4-C654-4308-8FAD-D5E740DC47C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65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E34FE-A57C-81A4-B450-800F5460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9EA67-405F-B009-EA65-BC6C5A387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7FDD8-69BF-B7E5-0A63-5ABC79BD9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F0815-1A3A-1ECB-A18E-4604BD679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A23F4-C654-4308-8FAD-D5E740DC47C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93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D8E8E-039A-3F78-68F8-108D41F2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BB475-7C9E-A7F3-688B-F8FC20684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6FD2F-CC25-A33A-D879-7C2F3268A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DE2F8-9630-4D29-C769-BD919BA29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A23F4-C654-4308-8FAD-D5E740DC47C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201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413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49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218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505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829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880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80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674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551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957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892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3DFFF6-27DF-4876-B2D1-513ED3DDDAF7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13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2E8A31-AD6B-E3DA-60C1-F66D251A9B20}"/>
              </a:ext>
            </a:extLst>
          </p:cNvPr>
          <p:cNvSpPr txBox="1"/>
          <p:nvPr/>
        </p:nvSpPr>
        <p:spPr>
          <a:xfrm>
            <a:off x="0" y="1493558"/>
            <a:ext cx="121920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பாடல்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1</a:t>
            </a:r>
          </a:p>
          <a:p>
            <a:pPr algn="ctr"/>
            <a:r>
              <a:rPr lang="ta-IN" sz="54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எல்லாருக்கும் மா </a:t>
            </a:r>
            <a:r>
              <a:rPr lang="ta-IN" sz="54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உன்னதர்</a:t>
            </a:r>
            <a:endParaRPr lang="en-IN" sz="54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64FB4-B1E5-2226-8174-2C75366A6FD9}"/>
              </a:ext>
            </a:extLst>
          </p:cNvPr>
          <p:cNvSpPr txBox="1"/>
          <p:nvPr/>
        </p:nvSpPr>
        <p:spPr>
          <a:xfrm>
            <a:off x="0" y="3429000"/>
            <a:ext cx="121920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Song 1</a:t>
            </a:r>
          </a:p>
          <a:p>
            <a:pPr algn="ctr"/>
            <a:r>
              <a:rPr lang="en-IN" sz="54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Ellarukkum</a:t>
            </a:r>
            <a:r>
              <a:rPr lang="en-IN" sz="54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Maa </a:t>
            </a:r>
            <a:r>
              <a:rPr lang="en-IN" sz="54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Unnathar</a:t>
            </a:r>
            <a:endParaRPr lang="en-IN" sz="5400" b="1" dirty="0">
              <a:ln>
                <a:solidFill>
                  <a:schemeClr val="tx1"/>
                </a:solidFill>
              </a:ln>
              <a:solidFill>
                <a:schemeClr val="accent5">
                  <a:lumMod val="50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059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2E8A31-AD6B-E3DA-60C1-F66D251A9B20}"/>
              </a:ext>
            </a:extLst>
          </p:cNvPr>
          <p:cNvSpPr txBox="1"/>
          <p:nvPr/>
        </p:nvSpPr>
        <p:spPr>
          <a:xfrm>
            <a:off x="0" y="32268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1. எல்லாருக்கும் மா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உன்னதர்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கர்த்தாதி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கர்த்தரே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மெய்யான தெய்வ மனிதர்,</a:t>
            </a:r>
          </a:p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நீர்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வாழ்க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இயேசுவே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64FB4-B1E5-2226-8174-2C75366A6FD9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1.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Ellaarukkum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Maa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Unnathar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Karthaathi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Karthare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Meyyaana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Theyva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Manithar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Vaalka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Yesuve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7151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2C90C-0A89-63F5-0A04-56163C16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B929C0-E3FD-1939-A119-F0100E5B0853}"/>
              </a:ext>
            </a:extLst>
          </p:cNvPr>
          <p:cNvSpPr txBox="1"/>
          <p:nvPr/>
        </p:nvSpPr>
        <p:spPr>
          <a:xfrm>
            <a:off x="0" y="32268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2.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விண்ணில்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பிரதானியான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நீர்</a:t>
            </a:r>
          </a:p>
          <a:p>
            <a:pPr algn="ctr"/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பகைஞர்க்காகவே</a:t>
            </a:r>
            <a:endParaRPr lang="ta-IN" sz="48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மண்ணில் இறங்கி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மரித்தீர்</a:t>
            </a:r>
            <a:endParaRPr lang="ta-IN" sz="48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நீர்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வாழ்க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இயேசுவே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0A496-9DAF-2860-96AC-246D56CF1730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2.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Vinnil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Pirathaaniyaana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Neer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Pakainjarkkaagave</a:t>
            </a:r>
            <a:endParaRPr lang="en-IN" sz="4800" b="1" dirty="0">
              <a:ln>
                <a:solidFill>
                  <a:schemeClr val="tx1"/>
                </a:solidFill>
              </a:ln>
              <a:solidFill>
                <a:schemeClr val="accent5">
                  <a:lumMod val="50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Mannil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Irangi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Mariththeer</a:t>
            </a:r>
          </a:p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Vaalka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Yesuve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3584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BE009-DE19-E715-F8B1-1E4A5194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6CD021-829E-2646-3424-206BF6F6DEEE}"/>
              </a:ext>
            </a:extLst>
          </p:cNvPr>
          <p:cNvSpPr txBox="1"/>
          <p:nvPr/>
        </p:nvSpPr>
        <p:spPr>
          <a:xfrm>
            <a:off x="0" y="32268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3. பிசாசு, பாவம், உலகை</a:t>
            </a:r>
          </a:p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உம்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சாவால்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மிதித்தே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ஜெயித்தடைந்தீர்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வெற்றியை</a:t>
            </a:r>
          </a:p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நீர்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வாழ்க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இயேசுவே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05998-6E7D-299D-4884-E1B562F82247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3.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Pisaasu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Paavam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Ulakai</a:t>
            </a:r>
            <a:endParaRPr lang="en-IN" sz="4800" b="1" dirty="0">
              <a:ln>
                <a:solidFill>
                  <a:schemeClr val="tx1"/>
                </a:solidFill>
              </a:ln>
              <a:solidFill>
                <a:schemeClr val="accent5">
                  <a:lumMod val="50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Um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Saavaal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Mithithe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Jeyithataintheer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Vettiyai</a:t>
            </a:r>
            <a:endParaRPr lang="en-IN" sz="4800" b="1" dirty="0">
              <a:ln>
                <a:solidFill>
                  <a:schemeClr val="tx1"/>
                </a:solidFill>
              </a:ln>
              <a:solidFill>
                <a:schemeClr val="accent5">
                  <a:lumMod val="50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Vaalka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Yesuve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2793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485B-ACF1-28D4-8095-04620C81C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34DFFD-9978-2AA2-28D8-FB1B99921539}"/>
              </a:ext>
            </a:extLst>
          </p:cNvPr>
          <p:cNvSpPr txBox="1"/>
          <p:nvPr/>
        </p:nvSpPr>
        <p:spPr>
          <a:xfrm>
            <a:off x="0" y="32268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4. நீர்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வென்றபடி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நாங்களும்</a:t>
            </a:r>
          </a:p>
          <a:p>
            <a:pPr algn="ctr"/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வென்றேறிப்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போகவே</a:t>
            </a:r>
            <a:endParaRPr lang="ta-IN" sz="48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பரத்தில்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செங்கோல் செலுத்தும்</a:t>
            </a:r>
          </a:p>
          <a:p>
            <a:pPr algn="ctr"/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நீர்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வாழ்க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8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இயேசுவே</a:t>
            </a:r>
            <a:r>
              <a:rPr lang="ta-IN" sz="48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B9705-0DA3-9C33-E82B-850C87860EB0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4. Neer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Ventapati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Naangalum</a:t>
            </a:r>
            <a:endParaRPr lang="en-IN" sz="4800" b="1" dirty="0">
              <a:ln>
                <a:solidFill>
                  <a:schemeClr val="tx1"/>
                </a:solidFill>
              </a:ln>
              <a:solidFill>
                <a:schemeClr val="accent5">
                  <a:lumMod val="50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Ventreri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Pokave</a:t>
            </a:r>
            <a:endParaRPr lang="en-IN" sz="4800" b="1" dirty="0">
              <a:ln>
                <a:solidFill>
                  <a:schemeClr val="tx1"/>
                </a:solidFill>
              </a:ln>
              <a:solidFill>
                <a:schemeClr val="accent5">
                  <a:lumMod val="50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Parathil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Sengol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Seluthum</a:t>
            </a:r>
            <a:endParaRPr lang="en-IN" sz="4800" b="1" dirty="0">
              <a:ln>
                <a:solidFill>
                  <a:schemeClr val="tx1"/>
                </a:solidFill>
              </a:ln>
              <a:solidFill>
                <a:schemeClr val="accent5">
                  <a:lumMod val="50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Vaalka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Yesuve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108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F49C-3773-8016-37EA-3E14A6BF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5FA0FD-D1C7-0771-8229-FBDAE469673E}"/>
              </a:ext>
            </a:extLst>
          </p:cNvPr>
          <p:cNvSpPr txBox="1"/>
          <p:nvPr/>
        </p:nvSpPr>
        <p:spPr>
          <a:xfrm>
            <a:off x="-341791" y="382012"/>
            <a:ext cx="128755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2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5. </a:t>
            </a:r>
            <a:r>
              <a:rPr lang="ta-IN" sz="42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விண்ணோர்களோடு</a:t>
            </a:r>
            <a:r>
              <a:rPr lang="ta-IN" sz="42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2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மண்ணுள்ளோர்</a:t>
            </a:r>
            <a:endParaRPr lang="ta-IN" sz="42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2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என்றைக்கும் </a:t>
            </a:r>
            <a:r>
              <a:rPr lang="ta-IN" sz="42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வாழவே</a:t>
            </a:r>
            <a:r>
              <a:rPr lang="ta-IN" sz="42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ta-IN" sz="42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பரம வாசல் </a:t>
            </a:r>
            <a:r>
              <a:rPr lang="ta-IN" sz="42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திறந்தோர்</a:t>
            </a:r>
            <a:endParaRPr lang="ta-IN" sz="42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2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நீர் </a:t>
            </a:r>
            <a:r>
              <a:rPr lang="ta-IN" sz="42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வாழ்க</a:t>
            </a:r>
            <a:r>
              <a:rPr lang="ta-IN" sz="42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200" b="1" dirty="0" err="1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இயேசுவே</a:t>
            </a:r>
            <a:r>
              <a:rPr lang="ta-IN" sz="4200" b="1" dirty="0">
                <a:ln>
                  <a:solidFill>
                    <a:schemeClr val="tx1"/>
                  </a:solidFill>
                </a:ln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200" b="1" dirty="0">
              <a:ln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6CAF9-49AE-277D-1AED-438EE3409241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5.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Vinnorkalodu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Mannnullor</a:t>
            </a:r>
            <a:endParaRPr lang="en-IN" sz="4800" b="1" dirty="0">
              <a:ln>
                <a:solidFill>
                  <a:schemeClr val="tx1"/>
                </a:solidFill>
              </a:ln>
              <a:solidFill>
                <a:schemeClr val="accent5">
                  <a:lumMod val="50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Entaikkum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Vaalavae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Parama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Vaasal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Thiranthor</a:t>
            </a:r>
            <a:endParaRPr lang="en-IN" sz="4800" b="1" dirty="0">
              <a:ln>
                <a:solidFill>
                  <a:schemeClr val="tx1"/>
                </a:solidFill>
              </a:ln>
              <a:solidFill>
                <a:schemeClr val="accent5">
                  <a:lumMod val="50000"/>
                </a:schemeClr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Vaalka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Yesuve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1342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115</TotalTime>
  <Words>173</Words>
  <Application>Microsoft Office PowerPoint</Application>
  <PresentationFormat>Widescreen</PresentationFormat>
  <Paragraphs>47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Uni Ila.Sundaram-02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Martin</dc:creator>
  <cp:lastModifiedBy>Prince Nadar</cp:lastModifiedBy>
  <cp:revision>112</cp:revision>
  <dcterms:created xsi:type="dcterms:W3CDTF">2024-08-31T12:08:39Z</dcterms:created>
  <dcterms:modified xsi:type="dcterms:W3CDTF">2025-10-04T14:59:35Z</dcterms:modified>
</cp:coreProperties>
</file>