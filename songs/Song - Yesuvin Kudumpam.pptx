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1E7A-1AF4-4250-B60B-CDF749A618D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2BD1-B345-45F3-8E98-AE8894B29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112617"/>
      </p:ext>
    </p:extLst>
  </p:cSld>
  <p:clrMapOvr>
    <a:masterClrMapping/>
  </p:clrMapOvr>
  <p:transition spd="slow">
    <p:strips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1E7A-1AF4-4250-B60B-CDF749A618D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2BD1-B345-45F3-8E98-AE8894B29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126605"/>
      </p:ext>
    </p:extLst>
  </p:cSld>
  <p:clrMapOvr>
    <a:masterClrMapping/>
  </p:clrMapOvr>
  <p:transition spd="slow">
    <p:strips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1E7A-1AF4-4250-B60B-CDF749A618D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2BD1-B345-45F3-8E98-AE8894B29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439142"/>
      </p:ext>
    </p:extLst>
  </p:cSld>
  <p:clrMapOvr>
    <a:masterClrMapping/>
  </p:clrMapOvr>
  <p:transition spd="slow">
    <p:strips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1E7A-1AF4-4250-B60B-CDF749A618D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2BD1-B345-45F3-8E98-AE8894B29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87032"/>
      </p:ext>
    </p:extLst>
  </p:cSld>
  <p:clrMapOvr>
    <a:masterClrMapping/>
  </p:clrMapOvr>
  <p:transition spd="slow">
    <p:strips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1E7A-1AF4-4250-B60B-CDF749A618D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2BD1-B345-45F3-8E98-AE8894B29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983174"/>
      </p:ext>
    </p:extLst>
  </p:cSld>
  <p:clrMapOvr>
    <a:masterClrMapping/>
  </p:clrMapOvr>
  <p:transition spd="slow">
    <p:strips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1E7A-1AF4-4250-B60B-CDF749A618D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2BD1-B345-45F3-8E98-AE8894B29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007554"/>
      </p:ext>
    </p:extLst>
  </p:cSld>
  <p:clrMapOvr>
    <a:masterClrMapping/>
  </p:clrMapOvr>
  <p:transition spd="slow">
    <p:strips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1E7A-1AF4-4250-B60B-CDF749A618D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2BD1-B345-45F3-8E98-AE8894B29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560774"/>
      </p:ext>
    </p:extLst>
  </p:cSld>
  <p:clrMapOvr>
    <a:masterClrMapping/>
  </p:clrMapOvr>
  <p:transition spd="slow">
    <p:strips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1E7A-1AF4-4250-B60B-CDF749A618D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2BD1-B345-45F3-8E98-AE8894B29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922934"/>
      </p:ext>
    </p:extLst>
  </p:cSld>
  <p:clrMapOvr>
    <a:masterClrMapping/>
  </p:clrMapOvr>
  <p:transition spd="slow">
    <p:strips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1E7A-1AF4-4250-B60B-CDF749A618D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2BD1-B345-45F3-8E98-AE8894B29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149052"/>
      </p:ext>
    </p:extLst>
  </p:cSld>
  <p:clrMapOvr>
    <a:masterClrMapping/>
  </p:clrMapOvr>
  <p:transition spd="slow">
    <p:strips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1E7A-1AF4-4250-B60B-CDF749A618D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2BD1-B345-45F3-8E98-AE8894B29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094084"/>
      </p:ext>
    </p:extLst>
  </p:cSld>
  <p:clrMapOvr>
    <a:masterClrMapping/>
  </p:clrMapOvr>
  <p:transition spd="slow">
    <p:strips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1E7A-1AF4-4250-B60B-CDF749A618D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2BD1-B345-45F3-8E98-AE8894B29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034813"/>
      </p:ext>
    </p:extLst>
  </p:cSld>
  <p:clrMapOvr>
    <a:masterClrMapping/>
  </p:clrMapOvr>
  <p:transition spd="slow">
    <p:strips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1E7A-1AF4-4250-B60B-CDF749A618D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2BD1-B345-45F3-8E98-AE8894B2946F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7237929"/>
      </p:ext>
    </p:extLst>
  </p:cSld>
  <p:clrMapOvr>
    <a:masterClrMapping/>
  </p:clrMapOvr>
  <p:transition spd="slow">
    <p:strips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1E7A-1AF4-4250-B60B-CDF749A618D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2BD1-B345-45F3-8E98-AE8894B29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958969"/>
      </p:ext>
    </p:extLst>
  </p:cSld>
  <p:clrMapOvr>
    <a:masterClrMapping/>
  </p:clrMapOvr>
  <p:transition spd="slow">
    <p:strips dir="r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1E7A-1AF4-4250-B60B-CDF749A618D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2BD1-B345-45F3-8E98-AE8894B29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754766"/>
      </p:ext>
    </p:extLst>
  </p:cSld>
  <p:clrMapOvr>
    <a:masterClrMapping/>
  </p:clrMapOvr>
  <p:transition spd="slow">
    <p:strips dir="r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1E7A-1AF4-4250-B60B-CDF749A618D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2BD1-B345-45F3-8E98-AE8894B29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651350"/>
      </p:ext>
    </p:extLst>
  </p:cSld>
  <p:clrMapOvr>
    <a:masterClrMapping/>
  </p:clrMapOvr>
  <p:transition spd="slow">
    <p:strips dir="r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1E7A-1AF4-4250-B60B-CDF749A618D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2BD1-B345-45F3-8E98-AE8894B29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725931"/>
      </p:ext>
    </p:extLst>
  </p:cSld>
  <p:clrMapOvr>
    <a:masterClrMapping/>
  </p:clrMapOvr>
  <p:transition spd="slow">
    <p:strips dir="r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1E7A-1AF4-4250-B60B-CDF749A618D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12BD1-B345-45F3-8E98-AE8894B29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420686"/>
      </p:ext>
    </p:extLst>
  </p:cSld>
  <p:clrMapOvr>
    <a:masterClrMapping/>
  </p:clrMapOvr>
  <p:transition spd="slow">
    <p:strips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A1E7A-1AF4-4250-B60B-CDF749A618D7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12BD1-B345-45F3-8E98-AE8894B29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334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ransition spd="slow">
    <p:strips dir="rd"/>
  </p:transition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808D57-CD55-35AA-125D-9A02865BBD74}"/>
              </a:ext>
            </a:extLst>
          </p:cNvPr>
          <p:cNvSpPr txBox="1"/>
          <p:nvPr/>
        </p:nvSpPr>
        <p:spPr>
          <a:xfrm>
            <a:off x="5233423" y="1400769"/>
            <a:ext cx="1725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a-IN" sz="5400" dirty="0">
                <a:ln>
                  <a:solidFill>
                    <a:schemeClr val="tx1"/>
                  </a:solidFill>
                </a:ln>
                <a:latin typeface="Uni Ila.Sundaram-05" panose="00000400000000000000" pitchFamily="2" charset="0"/>
                <a:cs typeface="Uni Ila.Sundaram-05" panose="00000400000000000000" pitchFamily="2" charset="0"/>
              </a:rPr>
              <a:t>பாடல்</a:t>
            </a:r>
            <a:endParaRPr lang="en-IN" sz="4800" b="1" dirty="0">
              <a:latin typeface="Playfair Display" panose="00000500000000000000" pitchFamily="2" charset="0"/>
              <a:cs typeface="Uni Ila.Sundaram-08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D59FF-AFC8-EBB0-C71F-E2B7F6F84E92}"/>
              </a:ext>
            </a:extLst>
          </p:cNvPr>
          <p:cNvSpPr txBox="1"/>
          <p:nvPr/>
        </p:nvSpPr>
        <p:spPr>
          <a:xfrm>
            <a:off x="5291131" y="3429000"/>
            <a:ext cx="16097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b="1" dirty="0">
                <a:latin typeface="Playfair Display" panose="00000500000000000000" pitchFamily="2" charset="0"/>
              </a:rPr>
              <a:t>Song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3C7B21-2862-B913-AAB2-B93FA9E2ED59}"/>
              </a:ext>
            </a:extLst>
          </p:cNvPr>
          <p:cNvSpPr txBox="1"/>
          <p:nvPr/>
        </p:nvSpPr>
        <p:spPr>
          <a:xfrm>
            <a:off x="2872200" y="2324099"/>
            <a:ext cx="64475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a-IN" sz="48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இயேசுவின் குடும்பம்</a:t>
            </a:r>
            <a:endParaRPr lang="en-IN" sz="48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C69F29-5A28-7218-9A13-03C01B9C4BA2}"/>
              </a:ext>
            </a:extLst>
          </p:cNvPr>
          <p:cNvSpPr txBox="1"/>
          <p:nvPr/>
        </p:nvSpPr>
        <p:spPr>
          <a:xfrm>
            <a:off x="2777623" y="4322234"/>
            <a:ext cx="66367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b="1" dirty="0" err="1">
                <a:latin typeface="Playfair Display" panose="00000500000000000000" pitchFamily="2" charset="0"/>
              </a:rPr>
              <a:t>Yesuvin</a:t>
            </a:r>
            <a:r>
              <a:rPr lang="en-IN" sz="5400" b="1" dirty="0">
                <a:latin typeface="Playfair Display" panose="00000500000000000000" pitchFamily="2" charset="0"/>
              </a:rPr>
              <a:t> </a:t>
            </a:r>
            <a:r>
              <a:rPr lang="en-IN" sz="5400" b="1" dirty="0" err="1">
                <a:latin typeface="Playfair Display" panose="00000500000000000000" pitchFamily="2" charset="0"/>
              </a:rPr>
              <a:t>Kudumpam</a:t>
            </a:r>
            <a:endParaRPr lang="en-IN" sz="5400" b="1" dirty="0"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664615"/>
      </p:ext>
    </p:extLst>
  </p:cSld>
  <p:clrMapOvr>
    <a:masterClrMapping/>
  </p:clrMapOvr>
  <p:transition spd="slow">
    <p:strips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808D8-E171-3C67-889B-93C6F8CA9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2096DE-A547-0F47-61F7-A89B6D2D6D9C}"/>
              </a:ext>
            </a:extLst>
          </p:cNvPr>
          <p:cNvSpPr txBox="1"/>
          <p:nvPr/>
        </p:nvSpPr>
        <p:spPr>
          <a:xfrm>
            <a:off x="2292715" y="502574"/>
            <a:ext cx="7606570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இயேசுவின் </a:t>
            </a:r>
            <a:endParaRPr lang="en-US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குடும்பம் ஒன்று </a:t>
            </a:r>
            <a:endParaRPr lang="en-US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உண்டுஅன்பு நிறைந்திடும் </a:t>
            </a:r>
            <a:endParaRPr lang="en-US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இடம் உண்டு</a:t>
            </a:r>
            <a:r>
              <a:rPr lang="en-US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US" sz="4400" b="1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(2)</a:t>
            </a:r>
            <a:endParaRPr lang="ta-IN" sz="4400" b="1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68ED6C-924F-412B-1488-77E4E6C7B87E}"/>
              </a:ext>
            </a:extLst>
          </p:cNvPr>
          <p:cNvSpPr txBox="1"/>
          <p:nvPr/>
        </p:nvSpPr>
        <p:spPr>
          <a:xfrm>
            <a:off x="2229396" y="3303341"/>
            <a:ext cx="773320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Yesuvin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Kudumpam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Ontu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Unnduanpu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Nirainthidum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Idam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Unndu</a:t>
            </a:r>
            <a:r>
              <a:rPr lang="en-IN" sz="4800" b="1" dirty="0">
                <a:latin typeface="Playfair Display" panose="00000500000000000000" pitchFamily="2" charset="0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2084737901"/>
      </p:ext>
    </p:extLst>
  </p:cSld>
  <p:clrMapOvr>
    <a:masterClrMapping/>
  </p:clrMapOvr>
  <p:transition spd="slow">
    <p:strips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720C5-E5E6-53A0-F6D6-6EFCF1E8A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7EEBF2-3029-5FF9-DAE0-D31E0C9AC52A}"/>
              </a:ext>
            </a:extLst>
          </p:cNvPr>
          <p:cNvSpPr txBox="1"/>
          <p:nvPr/>
        </p:nvSpPr>
        <p:spPr>
          <a:xfrm>
            <a:off x="690514" y="417908"/>
            <a:ext cx="1081097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1.</a:t>
            </a:r>
            <a:r>
              <a:rPr lang="en-US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உயர்வுமில்லை அங்கு தாழ்வுமில்லை</a:t>
            </a: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ஏழையில்லை பணக்காரன் இல்லை</a:t>
            </a: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இராஜாதி இராஜா இயேசு</a:t>
            </a: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என்றென்றும் ஆண்டிடுவார்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DC6E4-D250-4BDA-ACB9-FDCEC8C7474E}"/>
              </a:ext>
            </a:extLst>
          </p:cNvPr>
          <p:cNvSpPr txBox="1"/>
          <p:nvPr/>
        </p:nvSpPr>
        <p:spPr>
          <a:xfrm>
            <a:off x="785892" y="3393104"/>
            <a:ext cx="1062021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 dirty="0">
                <a:latin typeface="Playfair Display" panose="00000500000000000000" pitchFamily="2" charset="0"/>
              </a:rPr>
              <a:t>1. </a:t>
            </a:r>
            <a:r>
              <a:rPr lang="en-IN" sz="4800" b="1" dirty="0" err="1">
                <a:latin typeface="Playfair Display" panose="00000500000000000000" pitchFamily="2" charset="0"/>
              </a:rPr>
              <a:t>Uyarvumillai</a:t>
            </a:r>
            <a:r>
              <a:rPr lang="en-IN" sz="4800" b="1" dirty="0">
                <a:latin typeface="Playfair Display" panose="00000500000000000000" pitchFamily="2" charset="0"/>
              </a:rPr>
              <a:t> Angu </a:t>
            </a:r>
            <a:r>
              <a:rPr lang="en-IN" sz="4800" b="1" dirty="0" err="1">
                <a:latin typeface="Playfair Display" panose="00000500000000000000" pitchFamily="2" charset="0"/>
              </a:rPr>
              <a:t>Thaazhvumillai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Ezhaivillai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Panakkaaran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Illai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Iraajathi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Iraajaa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Iyesu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Endrendrum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Aandhiduvaar</a:t>
            </a:r>
            <a:endParaRPr lang="en-IN" sz="4800" b="1" dirty="0"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278671"/>
      </p:ext>
    </p:extLst>
  </p:cSld>
  <p:clrMapOvr>
    <a:masterClrMapping/>
  </p:clrMapOvr>
  <p:transition spd="slow">
    <p:strips dir="r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D83A0-9DC5-F143-F5D2-250DA3F95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D12FC9-76B4-83B9-73DD-C361E4212C57}"/>
              </a:ext>
            </a:extLst>
          </p:cNvPr>
          <p:cNvSpPr txBox="1"/>
          <p:nvPr/>
        </p:nvSpPr>
        <p:spPr>
          <a:xfrm>
            <a:off x="2292715" y="502574"/>
            <a:ext cx="7606570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இயேசுவின் </a:t>
            </a:r>
            <a:endParaRPr lang="en-US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குடும்பம் ஒன்று </a:t>
            </a:r>
            <a:endParaRPr lang="en-US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உண்டுஅன்பு நிறைந்திடும் </a:t>
            </a:r>
            <a:endParaRPr lang="en-US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இடம் உண்டு</a:t>
            </a:r>
            <a:r>
              <a:rPr lang="en-US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US" sz="4400" b="1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(2)</a:t>
            </a:r>
            <a:endParaRPr lang="ta-IN" sz="4400" b="1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9A1FB-7E88-E863-AB41-A552BC29410F}"/>
              </a:ext>
            </a:extLst>
          </p:cNvPr>
          <p:cNvSpPr txBox="1"/>
          <p:nvPr/>
        </p:nvSpPr>
        <p:spPr>
          <a:xfrm>
            <a:off x="2229396" y="3303341"/>
            <a:ext cx="773320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Yesuvin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Kudumpam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Ontu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Unnduanpu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Nirainthidum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Idam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Unndu</a:t>
            </a:r>
            <a:r>
              <a:rPr lang="en-IN" sz="4800" b="1" dirty="0">
                <a:latin typeface="Playfair Display" panose="00000500000000000000" pitchFamily="2" charset="0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2210841420"/>
      </p:ext>
    </p:extLst>
  </p:cSld>
  <p:clrMapOvr>
    <a:masterClrMapping/>
  </p:clrMapOvr>
  <p:transition spd="slow">
    <p:strips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9B125-5640-0527-12BB-B158F700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514419-2156-CAF9-1A48-88253A4915D4}"/>
              </a:ext>
            </a:extLst>
          </p:cNvPr>
          <p:cNvSpPr txBox="1"/>
          <p:nvPr/>
        </p:nvSpPr>
        <p:spPr>
          <a:xfrm>
            <a:off x="1365379" y="417908"/>
            <a:ext cx="946124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2.</a:t>
            </a:r>
            <a:r>
              <a:rPr lang="en-US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பாவமில்லை அங்கு சாபமில்லை</a:t>
            </a: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வியாதியில்லை கடும் பசியுமில்லை</a:t>
            </a: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இராஜாதி இராஜா இயேசு</a:t>
            </a: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என்றென்றும் காத்திடுவார்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4A6FF4-6F19-1AA0-B074-845B887D5495}"/>
              </a:ext>
            </a:extLst>
          </p:cNvPr>
          <p:cNvSpPr txBox="1"/>
          <p:nvPr/>
        </p:nvSpPr>
        <p:spPr>
          <a:xfrm>
            <a:off x="1113707" y="3393104"/>
            <a:ext cx="996458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 dirty="0">
                <a:latin typeface="Playfair Display" panose="00000500000000000000" pitchFamily="2" charset="0"/>
              </a:rPr>
              <a:t>2. </a:t>
            </a:r>
            <a:r>
              <a:rPr lang="en-IN" sz="4800" b="1" dirty="0" err="1">
                <a:latin typeface="Playfair Display" panose="00000500000000000000" pitchFamily="2" charset="0"/>
              </a:rPr>
              <a:t>Paavamillai</a:t>
            </a:r>
            <a:r>
              <a:rPr lang="en-IN" sz="4800" b="1" dirty="0">
                <a:latin typeface="Playfair Display" panose="00000500000000000000" pitchFamily="2" charset="0"/>
              </a:rPr>
              <a:t> Angu </a:t>
            </a:r>
            <a:r>
              <a:rPr lang="en-IN" sz="4800" b="1" dirty="0" err="1">
                <a:latin typeface="Playfair Display" panose="00000500000000000000" pitchFamily="2" charset="0"/>
              </a:rPr>
              <a:t>Saapamillai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Viyaadhiyillai</a:t>
            </a:r>
            <a:r>
              <a:rPr lang="en-IN" sz="4800" b="1" dirty="0">
                <a:latin typeface="Playfair Display" panose="00000500000000000000" pitchFamily="2" charset="0"/>
              </a:rPr>
              <a:t> Kadum </a:t>
            </a:r>
            <a:r>
              <a:rPr lang="en-IN" sz="4800" b="1" dirty="0" err="1">
                <a:latin typeface="Playfair Display" panose="00000500000000000000" pitchFamily="2" charset="0"/>
              </a:rPr>
              <a:t>Pasiyumillai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Iraajathi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Iraajaa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Iyesu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Endrendrum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Kaaththiduvaar</a:t>
            </a:r>
            <a:endParaRPr lang="en-IN" sz="4800" b="1" dirty="0"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041441"/>
      </p:ext>
    </p:extLst>
  </p:cSld>
  <p:clrMapOvr>
    <a:masterClrMapping/>
  </p:clrMapOvr>
  <p:transition spd="slow">
    <p:strips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41E76-584B-F166-B0F1-23637338C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6326D5-FF04-BAF8-05BA-6B47861B3FF4}"/>
              </a:ext>
            </a:extLst>
          </p:cNvPr>
          <p:cNvSpPr txBox="1"/>
          <p:nvPr/>
        </p:nvSpPr>
        <p:spPr>
          <a:xfrm>
            <a:off x="2292715" y="502574"/>
            <a:ext cx="7606570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இயேசுவின் </a:t>
            </a:r>
            <a:endParaRPr lang="en-US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குடும்பம் ஒன்று </a:t>
            </a:r>
            <a:endParaRPr lang="en-US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உண்டுஅன்பு நிறைந்திடும் </a:t>
            </a:r>
            <a:endParaRPr lang="en-US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இடம் உண்டு</a:t>
            </a:r>
            <a:r>
              <a:rPr lang="en-US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US" sz="4400" b="1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(2)</a:t>
            </a:r>
            <a:endParaRPr lang="ta-IN" sz="4400" b="1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E8170E-BEA9-C14A-C7E2-71655923406A}"/>
              </a:ext>
            </a:extLst>
          </p:cNvPr>
          <p:cNvSpPr txBox="1"/>
          <p:nvPr/>
        </p:nvSpPr>
        <p:spPr>
          <a:xfrm>
            <a:off x="2229396" y="3303341"/>
            <a:ext cx="773320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Yesuvin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Kudumpam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Ontu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Unnduanpu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Nirainthidum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Idam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Unndu</a:t>
            </a:r>
            <a:r>
              <a:rPr lang="en-IN" sz="4800" b="1" dirty="0">
                <a:latin typeface="Playfair Display" panose="00000500000000000000" pitchFamily="2" charset="0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3243014661"/>
      </p:ext>
    </p:extLst>
  </p:cSld>
  <p:clrMapOvr>
    <a:masterClrMapping/>
  </p:clrMapOvr>
  <p:transition spd="slow">
    <p:strips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C7C87-39FC-F7E2-EF95-6F5C1B29B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FB04F8-32AC-E546-C802-50E6D6B25BA8}"/>
              </a:ext>
            </a:extLst>
          </p:cNvPr>
          <p:cNvSpPr txBox="1"/>
          <p:nvPr/>
        </p:nvSpPr>
        <p:spPr>
          <a:xfrm>
            <a:off x="1365379" y="417908"/>
            <a:ext cx="946124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3.</a:t>
            </a:r>
            <a:r>
              <a:rPr lang="en-US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இன்பமுண்டு சமாதானமுண்டு</a:t>
            </a: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வெற்றி உண்டு துதிபாடல் உண்டு</a:t>
            </a: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இராஜாதி இராஜா இயேசு</a:t>
            </a: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என்றென்றும் ஈந்திடுவார்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5FC0E9-8B17-C2C6-8DFB-39B4593FE227}"/>
              </a:ext>
            </a:extLst>
          </p:cNvPr>
          <p:cNvSpPr txBox="1"/>
          <p:nvPr/>
        </p:nvSpPr>
        <p:spPr>
          <a:xfrm>
            <a:off x="944590" y="3393104"/>
            <a:ext cx="1030282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 dirty="0">
                <a:latin typeface="Playfair Display" panose="00000500000000000000" pitchFamily="2" charset="0"/>
              </a:rPr>
              <a:t>3. </a:t>
            </a:r>
            <a:r>
              <a:rPr lang="en-IN" sz="4800" b="1" dirty="0" err="1">
                <a:latin typeface="Playfair Display" panose="00000500000000000000" pitchFamily="2" charset="0"/>
              </a:rPr>
              <a:t>Inbamundu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Samaadhaanamundu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>
                <a:latin typeface="Playfair Display" panose="00000500000000000000" pitchFamily="2" charset="0"/>
              </a:rPr>
              <a:t>Vettri </a:t>
            </a:r>
            <a:r>
              <a:rPr lang="en-IN" sz="4800" b="1" dirty="0" err="1">
                <a:latin typeface="Playfair Display" panose="00000500000000000000" pitchFamily="2" charset="0"/>
              </a:rPr>
              <a:t>Undu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Thudipaadal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Undu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Iraajathi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Iraajaa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Iyesu</a:t>
            </a:r>
            <a:endParaRPr lang="en-IN" sz="4800" b="1" dirty="0">
              <a:latin typeface="Playfair Display" panose="00000500000000000000" pitchFamily="2" charset="0"/>
            </a:endParaRP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Endrendrum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Eindhiduvaar</a:t>
            </a:r>
            <a:endParaRPr lang="en-IN" sz="4800" b="1" dirty="0">
              <a:latin typeface="Playfair Dis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927048"/>
      </p:ext>
    </p:extLst>
  </p:cSld>
  <p:clrMapOvr>
    <a:masterClrMapping/>
  </p:clrMapOvr>
  <p:transition spd="slow">
    <p:strips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2403B-75C1-025B-4279-3BC37D2A5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177F71-2C9F-8AEB-5CE5-8E5BEDCBC0B3}"/>
              </a:ext>
            </a:extLst>
          </p:cNvPr>
          <p:cNvSpPr txBox="1"/>
          <p:nvPr/>
        </p:nvSpPr>
        <p:spPr>
          <a:xfrm>
            <a:off x="2292714" y="502574"/>
            <a:ext cx="7606570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இயேசுவின் </a:t>
            </a:r>
            <a:endParaRPr lang="en-US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குடும்பம் ஒன்று </a:t>
            </a:r>
            <a:endParaRPr lang="en-US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உண்டுஅன்பு நிறைந்திடும் </a:t>
            </a:r>
            <a:endParaRPr lang="en-US" sz="4400" dirty="0"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இடம் உண்டு</a:t>
            </a:r>
            <a:r>
              <a:rPr lang="en-US" sz="4400" dirty="0"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US" sz="4400" b="1" dirty="0">
                <a:latin typeface="Playfair Display" panose="00000500000000000000" pitchFamily="2" charset="0"/>
                <a:cs typeface="Uni Ila.Sundaram-02" panose="00000400000000000000" pitchFamily="2" charset="0"/>
              </a:rPr>
              <a:t>(2)</a:t>
            </a:r>
            <a:endParaRPr lang="ta-IN" sz="4400" b="1" dirty="0">
              <a:latin typeface="Playfair Display" panose="000005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96241D-8539-554F-146D-322FE1588E8F}"/>
              </a:ext>
            </a:extLst>
          </p:cNvPr>
          <p:cNvSpPr txBox="1"/>
          <p:nvPr/>
        </p:nvSpPr>
        <p:spPr>
          <a:xfrm>
            <a:off x="2229396" y="3303341"/>
            <a:ext cx="773320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Yesuvin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Kudumpam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Ontu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Unnduanpu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Nirainthidum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</a:p>
          <a:p>
            <a:pPr algn="ctr"/>
            <a:r>
              <a:rPr lang="en-IN" sz="4800" b="1" dirty="0" err="1">
                <a:latin typeface="Playfair Display" panose="00000500000000000000" pitchFamily="2" charset="0"/>
              </a:rPr>
              <a:t>Idam</a:t>
            </a:r>
            <a:r>
              <a:rPr lang="en-IN" sz="4800" b="1" dirty="0">
                <a:latin typeface="Playfair Display" panose="00000500000000000000" pitchFamily="2" charset="0"/>
              </a:rPr>
              <a:t> </a:t>
            </a:r>
            <a:r>
              <a:rPr lang="en-IN" sz="4800" b="1" dirty="0" err="1">
                <a:latin typeface="Playfair Display" panose="00000500000000000000" pitchFamily="2" charset="0"/>
              </a:rPr>
              <a:t>Unndu</a:t>
            </a:r>
            <a:r>
              <a:rPr lang="en-IN" sz="4800" b="1" dirty="0">
                <a:latin typeface="Playfair Display" panose="00000500000000000000" pitchFamily="2" charset="0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691472062"/>
      </p:ext>
    </p:extLst>
  </p:cSld>
  <p:clrMapOvr>
    <a:masterClrMapping/>
  </p:clrMapOvr>
  <p:transition spd="slow">
    <p:strips dir="r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42332"/>
      </a:dk2>
      <a:lt2>
        <a:srgbClr val="EE91A0"/>
      </a:lt2>
      <a:accent1>
        <a:srgbClr val="E03754"/>
      </a:accent1>
      <a:accent2>
        <a:srgbClr val="E86C2E"/>
      </a:accent2>
      <a:accent3>
        <a:srgbClr val="DAB250"/>
      </a:accent3>
      <a:accent4>
        <a:srgbClr val="60C4AA"/>
      </a:accent4>
      <a:accent5>
        <a:srgbClr val="51A9DB"/>
      </a:accent5>
      <a:accent6>
        <a:srgbClr val="976AC9"/>
      </a:accent6>
      <a:hlink>
        <a:srgbClr val="D5445E"/>
      </a:hlink>
      <a:folHlink>
        <a:srgbClr val="E17C8E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6B2E858E-683F-40D9-B4CB-284D097F3AC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14</TotalTime>
  <Words>164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Bookman Old Style</vt:lpstr>
      <vt:lpstr>Playfair Display</vt:lpstr>
      <vt:lpstr>Rockwell</vt:lpstr>
      <vt:lpstr>Uni Ila.Sundaram-02</vt:lpstr>
      <vt:lpstr>Uni Ila.Sundaram-05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Nadar</dc:creator>
  <cp:lastModifiedBy>Prince Nadar</cp:lastModifiedBy>
  <cp:revision>2</cp:revision>
  <dcterms:created xsi:type="dcterms:W3CDTF">2026-04-11T17:56:58Z</dcterms:created>
  <dcterms:modified xsi:type="dcterms:W3CDTF">2026-04-11T18:43:16Z</dcterms:modified>
</cp:coreProperties>
</file>