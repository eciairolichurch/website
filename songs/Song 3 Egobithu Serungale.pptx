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B389-FAE5-18D3-6CCB-0A06F3694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76107-FF45-0DDD-021E-ADD5EA4E4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B2EF7-6F63-06F4-5F28-3FAA2A7A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93065-4C9D-2FAD-8D1C-5B597215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9116D-0BCA-5CCC-060E-3B3270EF9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966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6C041-EDB9-B8E5-3854-FAEEBFFC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22C4-7E85-D34F-DD1D-C2ABE4EA7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57E7D-B677-E4FC-ECE2-ED37B703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E31E-4416-B423-3D27-9C6860F7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9A832-4827-9B4D-0EF9-49EA57FB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316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3F6A-1126-1FB4-6644-F09CFFED6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78AA6-D623-12AB-B376-DC34F0B59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FF0B-ACEE-91A3-F65D-4778F7AB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99E4-399C-17DC-E812-3E2EBE38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A5B1C-E5FE-D5F0-DC84-C8495350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97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19F7-5D0A-1167-7015-A3F38AD9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0874D-A81F-0A85-4A77-E8D118CF8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DAF62-E9A8-03F9-86CC-6E5066316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3B635-8452-6F45-8D8C-A34DDA11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1315D-F1F2-348A-4CB8-B42C31A2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F1B34-8C01-58FE-BF6C-44E9E71E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226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D9B3-9757-58FF-4E24-64B2FBFFA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7A0CA-C267-B5C3-711C-20B3FD0D1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C6C44-B794-CED1-3C7D-9F590E405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22AE3-1A03-702A-0560-396AF7465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9E696-2ADC-F598-BFFF-749EE7A07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FB740-CA3E-75E1-2AE9-01D4D047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A3C41-7E40-664F-2887-B89ADEB48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61769-92A4-3A3F-F557-96CB7E2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5C28-B761-B086-A95A-63B17051B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79EE94-3A04-9A63-AA1A-4A919F99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117B3-30E8-C79E-C5A9-F35904020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A5C9F-FFBA-E23A-3414-4D8160DD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712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35316-6C06-64F3-F69D-292F37F0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6978E2-7723-1402-8838-43F89D2B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8DA12-3397-8094-2B8A-96CD1874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390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D8CF-46E7-E709-4A82-73472DAC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217FC-E1E2-7C1F-538D-B3B1FDB0E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A186A-EC7A-77F2-8714-EBA91FA32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63D8-CDF9-EDFD-1314-990EB888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A1402-6A7D-5A0F-9D07-5A213AF7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E06E5-F5D9-778F-5B3E-AC1E7B37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87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A484-2A02-B094-FE4E-43AFAB7B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8473D7-8F28-2279-8F40-E255B6D6A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E681E-D89C-0F07-83FE-4BE3CEB6A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4509F-71B8-F773-DF7F-E806D96C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FC6BA-A1DA-1138-B363-13685831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7D9AA-297F-71DF-C3B6-F9102893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579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A2FA-0A17-ACB9-0065-6290C5A89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9E85D-D703-9C12-5502-90B563F2C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B671-17F3-28D4-28AA-D7AAA22F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BB3BF-9FD1-676A-40D3-D53E5E27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5687E-4D52-A922-B562-9A9FD8C9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029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0D4FB-B460-3800-9B70-D7558C16D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8917F-1699-27DB-F069-F8A6EA53D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77A56-F16C-D090-B73F-180A4AD7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DDD06-2E9A-6FD4-2272-BF60C691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5E94D-60C6-0C79-A168-B22588C6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3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74000">
              <a:srgbClr val="FF0000">
                <a:lumMod val="80000"/>
                <a:alpha val="52000"/>
              </a:srgbClr>
            </a:gs>
            <a:gs pos="100000">
              <a:schemeClr val="accent4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0E84F-082B-C213-A85C-EC5A5E6B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654FE-6534-0128-DA1E-A8F6E8557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77B22-4C41-5440-7189-4928AAD32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06172-B808-4697-926A-86CF904A57F0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F4EA1-D6D2-9DFB-54AE-2F88226A5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EC4E5-4954-5656-8322-4BC375417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4587B-57C8-41CF-BAE6-817ED4FD06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7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08892"/>
            <a:ext cx="1219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பாடல்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3</a:t>
            </a:r>
          </a:p>
          <a:p>
            <a:pPr algn="ctr"/>
            <a:r>
              <a:rPr lang="ta-IN" sz="6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ஏகோபித்துச்</a:t>
            </a:r>
            <a:r>
              <a:rPr lang="ta-IN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60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சேருங்களேன்</a:t>
            </a:r>
            <a:endParaRPr lang="en-IN" sz="60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Song 3</a:t>
            </a:r>
          </a:p>
          <a:p>
            <a:pPr algn="ctr"/>
            <a:r>
              <a:rPr lang="en-IN" sz="6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Yegobithu</a:t>
            </a:r>
            <a:r>
              <a:rPr lang="en-I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6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Serungale</a:t>
            </a:r>
            <a:endParaRPr lang="en-IN" sz="6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03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1.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ஏகோபித்துச்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சேருங்களேன்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கர்த்தாவில்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ஆனந்திக்கவும்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விசாரம்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விட்டொயுங்களேன்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கெம்பீரித்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தாராதிக்கவும்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 algn="ctr">
              <a:buAutoNum type="arabicPeriod"/>
            </a:pP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Yehobithu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serungale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Karthaavil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aanandhikavum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Visaaram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Vitoyungale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Gembeerith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thaaraathigavum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428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2121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2. பராபரன்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மெய்வஸ்துவாம்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தயாபரர்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ஆண்டவரே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வந்தார்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வயகத்திலேயாம்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இரட்சிக்க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வல்லவரே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2.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Paraparane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Meivasthuvaam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Thayaparar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Aandavare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Vandhaar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vayagathileaam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Ratchika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vallavare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7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08377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3.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பிசாசின்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உபாயங்களால்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பயங்கர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மோசமுண்டாம்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ஆனாலும்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தேவாவியினால்</a:t>
            </a:r>
            <a:endParaRPr lang="ta-IN" sz="4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ஒத்தாசையும்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ஜெயமுமாம்</a:t>
            </a:r>
            <a:r>
              <a:rPr lang="ta-IN" sz="4800" b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3.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Pisaasin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ubaayangalaal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Bayangara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mosamundaam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Aanaalum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devaaviyinaal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Othaasayum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jeyamumaam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039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90857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4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தரித்திரமே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யாயினும்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சந்தோஷம்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விடாதிருப்போம்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மா கல்வி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இல்லாவிடினும்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ஓயாமலே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ஸ்தோத்தரிப்போம்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4.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Tharithirame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yaayinum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Sadhosham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vidaathirupom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Maa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kalvi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illavidinum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Oyaamale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sthotharipom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316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57410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5.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ஏகோபித்துப்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பாடுங்களே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மகோற்ச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வானந்தத்தினால்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திரியேகரைப்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போற்றுங்களே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கெம்பீரச்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சங்கீதத்தினால்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.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5.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Yehobithu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paadungale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Magorsa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vaanandhathinaal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Thriyegarai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potrungale</a:t>
            </a:r>
            <a:endParaRPr lang="en-IN" sz="48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Gembira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sangidhathinaal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053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ACDC4-65D9-7B0C-EE39-36CCB5708E47}"/>
              </a:ext>
            </a:extLst>
          </p:cNvPr>
          <p:cNvSpPr txBox="1"/>
          <p:nvPr/>
        </p:nvSpPr>
        <p:spPr>
          <a:xfrm>
            <a:off x="0" y="138009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செய்வோம்! செய்வோம்!</a:t>
            </a:r>
          </a:p>
          <a:p>
            <a:pPr algn="ctr"/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திரியேகரைத்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ta-IN" sz="48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துதிசெய்வோம்</a:t>
            </a:r>
            <a:r>
              <a:rPr lang="ta-IN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  <a:endParaRPr lang="en-IN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Uni Ila.Sundaram-02" panose="00000400000000000000" pitchFamily="2" charset="0"/>
              <a:cs typeface="Uni Ila.Sundaram-02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383F7-50C4-0C5D-9D6F-F17CD28D3CFB}"/>
              </a:ext>
            </a:extLst>
          </p:cNvPr>
          <p:cNvSpPr txBox="1"/>
          <p:nvPr/>
        </p:nvSpPr>
        <p:spPr>
          <a:xfrm>
            <a:off x="0" y="3429000"/>
            <a:ext cx="12192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4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 </a:t>
            </a:r>
            <a:r>
              <a:rPr lang="en-I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Seyvom</a:t>
            </a:r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  <a:p>
            <a:pPr algn="ctr"/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Thriyeganai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 </a:t>
            </a:r>
            <a:r>
              <a:rPr lang="en-IN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Thuthiseyvom</a:t>
            </a:r>
            <a:r>
              <a:rPr lang="en-IN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Uni Ila.Sundaram-02" panose="00000400000000000000" pitchFamily="2" charset="0"/>
                <a:cs typeface="Uni Ila.Sundaram-02" panose="00000400000000000000" pitchFamily="2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63895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256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Uni Ila.Sundaram-02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Martin</dc:creator>
  <cp:lastModifiedBy>Prince Nadar</cp:lastModifiedBy>
  <cp:revision>19</cp:revision>
  <dcterms:created xsi:type="dcterms:W3CDTF">2024-10-11T06:34:29Z</dcterms:created>
  <dcterms:modified xsi:type="dcterms:W3CDTF">2025-03-15T16:33:07Z</dcterms:modified>
</cp:coreProperties>
</file>