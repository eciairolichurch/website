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1F127-2ADB-D986-AA33-36DA94DA9C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AE35BD-B33D-F5EA-9BD1-22BDF5C86A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66BED-2BCD-356E-4553-F44B0F16C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EE9B1-B45B-415E-8D2E-B48F65F4B93E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222E5-6DF8-511B-D25A-60CCF5BC0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01294-3D37-4A92-BF76-961E45EA6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41545-B191-4544-B316-29FF8DFF1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023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DAAAC-4727-82E7-5277-1054CD4DE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88640-FD71-513A-BB62-9D52E26A4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7863C-7887-B512-DF89-22419F369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EE9B1-B45B-415E-8D2E-B48F65F4B93E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CFEE6-5552-EB2C-B0BC-6E4FB6667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98AE3-B1D0-C050-1175-3C8E3222C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41545-B191-4544-B316-29FF8DFF1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592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13A4B-DB4E-1F7E-54AA-551011103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89826-2051-0969-6A39-DD3871FCB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B3389-72BB-62DF-9D33-C0B39ADA7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EE9B1-B45B-415E-8D2E-B48F65F4B93E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16122-A773-C6BA-31F6-2121DA3D6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5C8B7-4509-FCF1-0A40-B9C474670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41545-B191-4544-B316-29FF8DFF1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679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81754-11FD-6A1F-4269-65B4CC69A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71D44-4B64-F190-F382-73C4B9BBB6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73BA9C-F488-6530-A17D-4364F7C33E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B1E8C8-92C5-74BD-7898-C69007BB3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EE9B1-B45B-415E-8D2E-B48F65F4B93E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BBD31-0A4F-A02B-8A33-B9ED3E1CF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996C25-039F-4BE1-99DD-3FFF5500E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41545-B191-4544-B316-29FF8DFF1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188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BD8B7-D80B-DAC6-1094-CFB012B36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0A040-6E41-6560-696A-FF777B413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DEC66-F98A-BAC8-232C-13250D97A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B686FD-E079-2470-9C87-97B2D16496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C20C2C-C22A-2788-43E9-9146E611C1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3D89E5-DEE4-04B7-C072-6D89BCA6C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EE9B1-B45B-415E-8D2E-B48F65F4B93E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D68A60-68C6-37D3-AB7A-3902E5A90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A4BF98-1437-6045-3A6F-3DF0169B8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41545-B191-4544-B316-29FF8DFF1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190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87806-3A1D-E9DC-43F3-092BBF007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742A0A-D035-869A-266B-10C5D0D09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EE9B1-B45B-415E-8D2E-B48F65F4B93E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FBE84E-8731-6BC3-A2B0-B0A30CAB3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AF0F07-FD09-BC14-0728-CC74DB0DD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41545-B191-4544-B316-29FF8DFF1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249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678C15-2F49-48F7-EC66-2476E8B98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EE9B1-B45B-415E-8D2E-B48F65F4B93E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31C0C1-4DAF-D296-7BF1-0503D2C69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156D3-8397-0568-278B-B5604354A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41545-B191-4544-B316-29FF8DFF1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48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39504-0D0D-190D-31F4-AE328B7A2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FECEC-C1A0-031E-AFC6-60F744144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7B3D1D-F308-276A-4A74-CF4C928FE5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BEAB33-906F-D696-1160-F0B7FDCF1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EE9B1-B45B-415E-8D2E-B48F65F4B93E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875152-CD67-8CCC-B1A5-379C594D3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B9264C-5E2F-6723-9AC9-7FE0E21B5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41545-B191-4544-B316-29FF8DFF1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823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F8D90-5B53-D28C-A77B-3240121CA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2F4459-0E3C-140F-8FC3-BECC364A5D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99D615-6473-99C5-7ED6-65A4FA04FF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2A149-99E3-30F2-7460-9A7B9825A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EE9B1-B45B-415E-8D2E-B48F65F4B93E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88C0B1-803F-0095-4015-68F4DFF9F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DAA4C1-E794-BE89-2F47-D2D8A2C37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41545-B191-4544-B316-29FF8DFF1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536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35B12-4179-00EB-9258-EAE418343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C6EC42-83E2-FB33-44D7-753C2538D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7AACB-875C-5560-9095-DF34F1A72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EE9B1-B45B-415E-8D2E-B48F65F4B93E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03733-5208-EC87-3D4B-D338AEAEC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EBB57-20EC-E8B7-368C-6823236AC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41545-B191-4544-B316-29FF8DFF1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538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746603-CE45-268A-0B08-D6AE7B0C03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466CB9-676F-D9F9-FFD7-527EEC8334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53DA4-B8D2-DF60-968B-F4BDF9B07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EE9B1-B45B-415E-8D2E-B48F65F4B93E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80B32-A9B7-BC71-AFF0-28B945555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2031D-63DD-C72F-C244-C36708B01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41545-B191-4544-B316-29FF8DFF1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433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77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9DD431-4040-0F0D-6C31-726169641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94A9B-0D92-FB56-2937-6951459C8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5B454-B6EC-D957-2106-B34130AB5F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4EE9B1-B45B-415E-8D2E-B48F65F4B93E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37AAF-97CD-0C4F-209F-CB27B42A61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825FD-9477-6FAB-AA26-7A284BE074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F41545-B191-4544-B316-29FF8DFF1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409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B37FA9-D6BF-B716-CB6F-C1680526E700}"/>
              </a:ext>
            </a:extLst>
          </p:cNvPr>
          <p:cNvSpPr txBox="1"/>
          <p:nvPr/>
        </p:nvSpPr>
        <p:spPr>
          <a:xfrm>
            <a:off x="0" y="2425387"/>
            <a:ext cx="12192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sz="6600" dirty="0" err="1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இ.சி.ஐ</a:t>
            </a:r>
            <a:r>
              <a:rPr lang="ta-IN" sz="6600" dirty="0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. கீதம்</a:t>
            </a:r>
            <a:endParaRPr lang="en-IN" sz="7200" dirty="0">
              <a:ln>
                <a:solidFill>
                  <a:schemeClr val="bg2">
                    <a:lumMod val="75000"/>
                  </a:schemeClr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937545-657A-633C-9387-E65F9E9AA213}"/>
              </a:ext>
            </a:extLst>
          </p:cNvPr>
          <p:cNvSpPr txBox="1"/>
          <p:nvPr/>
        </p:nvSpPr>
        <p:spPr>
          <a:xfrm>
            <a:off x="0" y="3533383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ECI Anthem</a:t>
            </a:r>
            <a:endParaRPr lang="en-IN" sz="6600" b="1" dirty="0">
              <a:ln>
                <a:solidFill>
                  <a:schemeClr val="bg2">
                    <a:lumMod val="75000"/>
                  </a:schemeClr>
                </a:solidFill>
              </a:ln>
              <a:solidFill>
                <a:srgbClr val="0020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386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B37FA9-D6BF-B716-CB6F-C1680526E700}"/>
              </a:ext>
            </a:extLst>
          </p:cNvPr>
          <p:cNvSpPr txBox="1"/>
          <p:nvPr/>
        </p:nvSpPr>
        <p:spPr>
          <a:xfrm>
            <a:off x="0" y="282135"/>
            <a:ext cx="635619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sz="3200" dirty="0" err="1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இரட்சகா</a:t>
            </a:r>
            <a:r>
              <a:rPr lang="ta-IN" sz="3200" dirty="0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3200" dirty="0" err="1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வழிநடத்தும்</a:t>
            </a:r>
            <a:endParaRPr lang="en-IN" sz="3200" dirty="0">
              <a:ln>
                <a:solidFill>
                  <a:schemeClr val="bg2">
                    <a:lumMod val="75000"/>
                  </a:schemeClr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endParaRPr lang="ta-IN" sz="3200" dirty="0">
              <a:ln>
                <a:solidFill>
                  <a:schemeClr val="bg2">
                    <a:lumMod val="75000"/>
                  </a:schemeClr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3200" dirty="0" err="1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நித்ய</a:t>
            </a:r>
            <a:r>
              <a:rPr lang="ta-IN" sz="3200" dirty="0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வாழ்வு </a:t>
            </a:r>
            <a:r>
              <a:rPr lang="ta-IN" sz="3200" dirty="0" err="1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ஈந்திடும்</a:t>
            </a:r>
            <a:endParaRPr lang="en-IN" sz="3200" dirty="0">
              <a:ln>
                <a:solidFill>
                  <a:schemeClr val="bg2">
                    <a:lumMod val="75000"/>
                  </a:schemeClr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endParaRPr lang="ta-IN" sz="3200" dirty="0">
              <a:ln>
                <a:solidFill>
                  <a:schemeClr val="bg2">
                    <a:lumMod val="75000"/>
                  </a:schemeClr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3200" dirty="0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அந்தகாரம் பாவம் சாபம்</a:t>
            </a:r>
            <a:endParaRPr lang="en-IN" sz="3200" dirty="0">
              <a:ln>
                <a:solidFill>
                  <a:schemeClr val="bg2">
                    <a:lumMod val="75000"/>
                  </a:schemeClr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endParaRPr lang="ta-IN" sz="3200" dirty="0">
              <a:ln>
                <a:solidFill>
                  <a:schemeClr val="bg2">
                    <a:lumMod val="75000"/>
                  </a:schemeClr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3200" dirty="0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பயம் யாவும் </a:t>
            </a:r>
            <a:r>
              <a:rPr lang="ta-IN" sz="3200" dirty="0" err="1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நீக்குமே</a:t>
            </a:r>
            <a:endParaRPr lang="en-IN" sz="3200" dirty="0">
              <a:ln>
                <a:solidFill>
                  <a:schemeClr val="bg2">
                    <a:lumMod val="75000"/>
                  </a:schemeClr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endParaRPr lang="ta-IN" sz="3200" dirty="0">
              <a:ln>
                <a:solidFill>
                  <a:schemeClr val="bg2">
                    <a:lumMod val="75000"/>
                  </a:schemeClr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3200" dirty="0" err="1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மீட்பரே</a:t>
            </a:r>
            <a:r>
              <a:rPr lang="ta-IN" sz="3200" dirty="0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3200" dirty="0" err="1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நல்மேய்ப்பரே</a:t>
            </a:r>
            <a:r>
              <a:rPr lang="ta-IN" sz="3200" dirty="0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– நீர்</a:t>
            </a:r>
            <a:endParaRPr lang="en-IN" sz="3200" dirty="0">
              <a:ln>
                <a:solidFill>
                  <a:schemeClr val="bg2">
                    <a:lumMod val="75000"/>
                  </a:schemeClr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endParaRPr lang="ta-IN" sz="3200" dirty="0">
              <a:ln>
                <a:solidFill>
                  <a:schemeClr val="bg2">
                    <a:lumMod val="75000"/>
                  </a:schemeClr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3200" dirty="0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மேய்ச்சல் காட்டி </a:t>
            </a:r>
            <a:r>
              <a:rPr lang="ta-IN" sz="3200" dirty="0" err="1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போஷிப்பீர்</a:t>
            </a:r>
            <a:endParaRPr lang="en-IN" sz="3200" dirty="0">
              <a:ln>
                <a:solidFill>
                  <a:schemeClr val="bg2">
                    <a:lumMod val="75000"/>
                  </a:schemeClr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937545-657A-633C-9387-E65F9E9AA213}"/>
              </a:ext>
            </a:extLst>
          </p:cNvPr>
          <p:cNvSpPr txBox="1"/>
          <p:nvPr/>
        </p:nvSpPr>
        <p:spPr>
          <a:xfrm>
            <a:off x="6356195" y="464105"/>
            <a:ext cx="5835805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Ratchaga</a:t>
            </a:r>
            <a:r>
              <a:rPr lang="en-IN" sz="3000" b="1" dirty="0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Valinadathum</a:t>
            </a:r>
            <a:endParaRPr lang="en-IN" sz="3000" b="1" dirty="0">
              <a:ln>
                <a:solidFill>
                  <a:schemeClr val="bg2">
                    <a:lumMod val="75000"/>
                  </a:schemeClr>
                </a:solidFill>
              </a:ln>
              <a:solidFill>
                <a:srgbClr val="0020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endParaRPr lang="en-IN" sz="3000" dirty="0">
              <a:ln>
                <a:solidFill>
                  <a:schemeClr val="bg2">
                    <a:lumMod val="75000"/>
                  </a:schemeClr>
                </a:solidFill>
              </a:ln>
              <a:solidFill>
                <a:srgbClr val="0020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3000" b="1" dirty="0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Nithya </a:t>
            </a:r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Vaalvu</a:t>
            </a:r>
            <a:r>
              <a:rPr lang="en-IN" sz="3000" b="1" dirty="0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Eenthidum</a:t>
            </a:r>
            <a:endParaRPr lang="en-IN" sz="3000" b="1" dirty="0">
              <a:ln>
                <a:solidFill>
                  <a:schemeClr val="bg2">
                    <a:lumMod val="75000"/>
                  </a:schemeClr>
                </a:solidFill>
              </a:ln>
              <a:solidFill>
                <a:srgbClr val="0020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endParaRPr lang="en-IN" sz="3000" b="1" dirty="0">
              <a:ln>
                <a:solidFill>
                  <a:schemeClr val="bg2">
                    <a:lumMod val="75000"/>
                  </a:schemeClr>
                </a:solidFill>
              </a:ln>
              <a:solidFill>
                <a:srgbClr val="0020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Andhagaaram</a:t>
            </a:r>
            <a:r>
              <a:rPr lang="en-IN" sz="3000" b="1" dirty="0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Paavam</a:t>
            </a:r>
            <a:r>
              <a:rPr lang="en-IN" sz="3000" b="1" dirty="0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Saabam</a:t>
            </a:r>
            <a:endParaRPr lang="en-IN" sz="3000" b="1" dirty="0">
              <a:ln>
                <a:solidFill>
                  <a:schemeClr val="bg2">
                    <a:lumMod val="75000"/>
                  </a:schemeClr>
                </a:solidFill>
              </a:ln>
              <a:solidFill>
                <a:srgbClr val="0020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endParaRPr lang="en-IN" sz="3000" b="1" dirty="0">
              <a:ln>
                <a:solidFill>
                  <a:schemeClr val="bg2">
                    <a:lumMod val="75000"/>
                  </a:schemeClr>
                </a:solidFill>
              </a:ln>
              <a:solidFill>
                <a:srgbClr val="0020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Bayam</a:t>
            </a:r>
            <a:r>
              <a:rPr lang="en-IN" sz="3000" b="1" dirty="0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Yaavum</a:t>
            </a:r>
            <a:r>
              <a:rPr lang="en-IN" sz="3000" b="1" dirty="0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Neekume</a:t>
            </a:r>
            <a:endParaRPr lang="en-IN" sz="3000" b="1" dirty="0">
              <a:ln>
                <a:solidFill>
                  <a:schemeClr val="bg2">
                    <a:lumMod val="75000"/>
                  </a:schemeClr>
                </a:solidFill>
              </a:ln>
              <a:solidFill>
                <a:srgbClr val="0020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endParaRPr lang="en-IN" sz="3000" b="1" dirty="0">
              <a:ln>
                <a:solidFill>
                  <a:schemeClr val="bg2">
                    <a:lumMod val="75000"/>
                  </a:schemeClr>
                </a:solidFill>
              </a:ln>
              <a:solidFill>
                <a:srgbClr val="0020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Meetpare</a:t>
            </a:r>
            <a:r>
              <a:rPr lang="en-IN" sz="3000" b="1" dirty="0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Nalmeypare</a:t>
            </a:r>
            <a:r>
              <a:rPr lang="en-IN" sz="3000" b="1" dirty="0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– </a:t>
            </a:r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Neer</a:t>
            </a:r>
            <a:endParaRPr lang="en-IN" sz="3000" b="1" dirty="0">
              <a:ln>
                <a:solidFill>
                  <a:schemeClr val="bg2">
                    <a:lumMod val="75000"/>
                  </a:schemeClr>
                </a:solidFill>
              </a:ln>
              <a:solidFill>
                <a:srgbClr val="0020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endParaRPr lang="en-IN" sz="3000" b="1" dirty="0">
              <a:ln>
                <a:solidFill>
                  <a:schemeClr val="bg2">
                    <a:lumMod val="75000"/>
                  </a:schemeClr>
                </a:solidFill>
              </a:ln>
              <a:solidFill>
                <a:srgbClr val="0020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Meychal</a:t>
            </a:r>
            <a:r>
              <a:rPr lang="en-IN" sz="3000" b="1" dirty="0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Kaati</a:t>
            </a:r>
            <a:r>
              <a:rPr lang="en-IN" sz="3000" b="1" dirty="0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Boshipeer</a:t>
            </a:r>
            <a:endParaRPr lang="en-IN" sz="3000" b="1" dirty="0">
              <a:ln>
                <a:solidFill>
                  <a:schemeClr val="bg2">
                    <a:lumMod val="75000"/>
                  </a:schemeClr>
                </a:solidFill>
              </a:ln>
              <a:solidFill>
                <a:srgbClr val="0020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0D10DD1-87E1-0860-6984-82DAA8D5E050}"/>
              </a:ext>
            </a:extLst>
          </p:cNvPr>
          <p:cNvCxnSpPr/>
          <p:nvPr/>
        </p:nvCxnSpPr>
        <p:spPr>
          <a:xfrm>
            <a:off x="6400799" y="234176"/>
            <a:ext cx="0" cy="6403264"/>
          </a:xfrm>
          <a:prstGeom prst="line">
            <a:avLst/>
          </a:prstGeom>
          <a:ln w="25400"/>
          <a:effectLst>
            <a:glow rad="165100">
              <a:schemeClr val="bg2">
                <a:lumMod val="50000"/>
                <a:alpha val="40000"/>
              </a:schemeClr>
            </a:glo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760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B37FA9-D6BF-B716-CB6F-C1680526E700}"/>
              </a:ext>
            </a:extLst>
          </p:cNvPr>
          <p:cNvSpPr txBox="1"/>
          <p:nvPr/>
        </p:nvSpPr>
        <p:spPr>
          <a:xfrm>
            <a:off x="-22302" y="342653"/>
            <a:ext cx="635619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sz="3200" dirty="0" err="1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இமய</a:t>
            </a:r>
            <a:r>
              <a:rPr lang="ta-IN" sz="3200" dirty="0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முதல் குமரி மட்டும்</a:t>
            </a:r>
            <a:endParaRPr lang="en-IN" sz="3200" dirty="0">
              <a:ln>
                <a:solidFill>
                  <a:schemeClr val="bg2">
                    <a:lumMod val="75000"/>
                  </a:schemeClr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endParaRPr lang="ta-IN" sz="3200" dirty="0">
              <a:ln>
                <a:solidFill>
                  <a:schemeClr val="bg2">
                    <a:lumMod val="75000"/>
                  </a:schemeClr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3200" dirty="0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ஆட்சி செய்யும் தேவரீர்</a:t>
            </a:r>
            <a:endParaRPr lang="en-IN" sz="3200" dirty="0">
              <a:ln>
                <a:solidFill>
                  <a:schemeClr val="bg2">
                    <a:lumMod val="75000"/>
                  </a:schemeClr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3200" dirty="0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</a:p>
          <a:p>
            <a:pPr algn="ctr"/>
            <a:r>
              <a:rPr lang="ta-IN" sz="3200" dirty="0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நீதி நேர்மை சமாதானம்</a:t>
            </a:r>
            <a:endParaRPr lang="en-IN" sz="3200" dirty="0">
              <a:ln>
                <a:solidFill>
                  <a:schemeClr val="bg2">
                    <a:lumMod val="75000"/>
                  </a:schemeClr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endParaRPr lang="ta-IN" sz="3200" dirty="0">
              <a:ln>
                <a:solidFill>
                  <a:schemeClr val="bg2">
                    <a:lumMod val="75000"/>
                  </a:schemeClr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3200" dirty="0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நாங்கள் </a:t>
            </a:r>
            <a:r>
              <a:rPr lang="ta-IN" sz="3200" dirty="0" err="1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கானச்</a:t>
            </a:r>
            <a:r>
              <a:rPr lang="ta-IN" sz="3200" dirty="0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3200" dirty="0" err="1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செய்குவீர்</a:t>
            </a:r>
            <a:endParaRPr lang="en-IN" sz="3200" dirty="0">
              <a:ln>
                <a:solidFill>
                  <a:schemeClr val="bg2">
                    <a:lumMod val="75000"/>
                  </a:schemeClr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endParaRPr lang="ta-IN" sz="3200" dirty="0">
              <a:ln>
                <a:solidFill>
                  <a:schemeClr val="bg2">
                    <a:lumMod val="75000"/>
                  </a:schemeClr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3200" dirty="0" err="1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வல்லகரம்</a:t>
            </a:r>
            <a:r>
              <a:rPr lang="ta-IN" sz="3200" dirty="0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கொண்டு </a:t>
            </a:r>
            <a:r>
              <a:rPr lang="ta-IN" sz="3200" dirty="0" err="1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எம்மை</a:t>
            </a:r>
            <a:endParaRPr lang="en-IN" sz="3200" dirty="0">
              <a:ln>
                <a:solidFill>
                  <a:schemeClr val="bg2">
                    <a:lumMod val="75000"/>
                  </a:schemeClr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endParaRPr lang="ta-IN" sz="3200" dirty="0">
              <a:ln>
                <a:solidFill>
                  <a:schemeClr val="bg2">
                    <a:lumMod val="75000"/>
                  </a:schemeClr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3200" dirty="0" err="1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ஆதரித்துத்</a:t>
            </a:r>
            <a:r>
              <a:rPr lang="ta-IN" sz="3200" dirty="0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3200" dirty="0" err="1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தாங்குவீர்</a:t>
            </a:r>
            <a:endParaRPr lang="en-IN" sz="3200" dirty="0">
              <a:ln>
                <a:solidFill>
                  <a:schemeClr val="bg2">
                    <a:lumMod val="75000"/>
                  </a:schemeClr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937545-657A-633C-9387-E65F9E9AA213}"/>
              </a:ext>
            </a:extLst>
          </p:cNvPr>
          <p:cNvSpPr txBox="1"/>
          <p:nvPr/>
        </p:nvSpPr>
        <p:spPr>
          <a:xfrm>
            <a:off x="6356195" y="694938"/>
            <a:ext cx="5835805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Imaya</a:t>
            </a:r>
            <a:r>
              <a:rPr lang="en-IN" sz="3000" b="1" dirty="0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Mudhal</a:t>
            </a:r>
            <a:r>
              <a:rPr lang="en-IN" sz="3000" b="1" dirty="0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Kumari </a:t>
            </a:r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Matum</a:t>
            </a:r>
            <a:endParaRPr lang="en-IN" sz="3000" b="1" dirty="0">
              <a:ln>
                <a:solidFill>
                  <a:schemeClr val="bg2">
                    <a:lumMod val="75000"/>
                  </a:schemeClr>
                </a:solidFill>
              </a:ln>
              <a:solidFill>
                <a:srgbClr val="0020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endParaRPr lang="en-IN" sz="3000" b="1" dirty="0">
              <a:ln>
                <a:solidFill>
                  <a:schemeClr val="bg2">
                    <a:lumMod val="75000"/>
                  </a:schemeClr>
                </a:solidFill>
              </a:ln>
              <a:solidFill>
                <a:srgbClr val="0020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Aatchi</a:t>
            </a:r>
            <a:r>
              <a:rPr lang="en-IN" sz="3000" b="1" dirty="0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Seyum</a:t>
            </a:r>
            <a:r>
              <a:rPr lang="en-IN" sz="3000" b="1" dirty="0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Devareer</a:t>
            </a:r>
            <a:endParaRPr lang="en-IN" sz="3000" b="1" dirty="0">
              <a:ln>
                <a:solidFill>
                  <a:schemeClr val="bg2">
                    <a:lumMod val="75000"/>
                  </a:schemeClr>
                </a:solidFill>
              </a:ln>
              <a:solidFill>
                <a:srgbClr val="0020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endParaRPr lang="en-IN" sz="3000" b="1" dirty="0">
              <a:ln>
                <a:solidFill>
                  <a:schemeClr val="bg2">
                    <a:lumMod val="75000"/>
                  </a:schemeClr>
                </a:solidFill>
              </a:ln>
              <a:solidFill>
                <a:srgbClr val="0020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3000" b="1" dirty="0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Needhi </a:t>
            </a:r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Nermai</a:t>
            </a:r>
            <a:r>
              <a:rPr lang="en-IN" sz="3000" b="1" dirty="0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Samadhaanam</a:t>
            </a:r>
            <a:endParaRPr lang="en-IN" sz="3000" b="1" dirty="0">
              <a:ln>
                <a:solidFill>
                  <a:schemeClr val="bg2">
                    <a:lumMod val="75000"/>
                  </a:schemeClr>
                </a:solidFill>
              </a:ln>
              <a:solidFill>
                <a:srgbClr val="0020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endParaRPr lang="en-IN" sz="3000" b="1" dirty="0">
              <a:ln>
                <a:solidFill>
                  <a:schemeClr val="bg2">
                    <a:lumMod val="75000"/>
                  </a:schemeClr>
                </a:solidFill>
              </a:ln>
              <a:solidFill>
                <a:srgbClr val="0020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Naangal</a:t>
            </a:r>
            <a:r>
              <a:rPr lang="en-IN" sz="3000" b="1" dirty="0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Kaana</a:t>
            </a:r>
            <a:r>
              <a:rPr lang="en-IN" sz="3000" b="1" dirty="0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Seyguveer</a:t>
            </a:r>
            <a:endParaRPr lang="en-IN" sz="3000" b="1" dirty="0">
              <a:ln>
                <a:solidFill>
                  <a:schemeClr val="bg2">
                    <a:lumMod val="75000"/>
                  </a:schemeClr>
                </a:solidFill>
              </a:ln>
              <a:solidFill>
                <a:srgbClr val="0020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endParaRPr lang="en-IN" sz="3000" b="1" dirty="0">
              <a:ln>
                <a:solidFill>
                  <a:schemeClr val="bg2">
                    <a:lumMod val="75000"/>
                  </a:schemeClr>
                </a:solidFill>
              </a:ln>
              <a:solidFill>
                <a:srgbClr val="0020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Vallakaram</a:t>
            </a:r>
            <a:r>
              <a:rPr lang="en-IN" sz="3000" b="1" dirty="0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Kondu</a:t>
            </a:r>
            <a:r>
              <a:rPr lang="en-IN" sz="3000" b="1" dirty="0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Emmai</a:t>
            </a:r>
            <a:endParaRPr lang="en-IN" sz="3000" b="1" dirty="0">
              <a:ln>
                <a:solidFill>
                  <a:schemeClr val="bg2">
                    <a:lumMod val="75000"/>
                  </a:schemeClr>
                </a:solidFill>
              </a:ln>
              <a:solidFill>
                <a:srgbClr val="0020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endParaRPr lang="en-IN" sz="3000" b="1" dirty="0">
              <a:ln>
                <a:solidFill>
                  <a:schemeClr val="bg2">
                    <a:lumMod val="75000"/>
                  </a:schemeClr>
                </a:solidFill>
              </a:ln>
              <a:solidFill>
                <a:srgbClr val="0020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Adharithu</a:t>
            </a:r>
            <a:r>
              <a:rPr lang="en-IN" sz="3000" b="1" dirty="0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Thanguveer</a:t>
            </a:r>
            <a:endParaRPr lang="en-IN" sz="3000" b="1" dirty="0">
              <a:ln>
                <a:solidFill>
                  <a:schemeClr val="bg2">
                    <a:lumMod val="75000"/>
                  </a:schemeClr>
                </a:solidFill>
              </a:ln>
              <a:solidFill>
                <a:srgbClr val="0020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0D10DD1-87E1-0860-6984-82DAA8D5E050}"/>
              </a:ext>
            </a:extLst>
          </p:cNvPr>
          <p:cNvCxnSpPr/>
          <p:nvPr/>
        </p:nvCxnSpPr>
        <p:spPr>
          <a:xfrm>
            <a:off x="6400799" y="234176"/>
            <a:ext cx="0" cy="6403264"/>
          </a:xfrm>
          <a:prstGeom prst="line">
            <a:avLst/>
          </a:prstGeom>
          <a:ln w="25400"/>
          <a:effectLst>
            <a:glow rad="165100">
              <a:schemeClr val="bg2">
                <a:lumMod val="50000"/>
                <a:alpha val="40000"/>
              </a:schemeClr>
            </a:glo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051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B37FA9-D6BF-B716-CB6F-C1680526E700}"/>
              </a:ext>
            </a:extLst>
          </p:cNvPr>
          <p:cNvSpPr txBox="1"/>
          <p:nvPr/>
        </p:nvSpPr>
        <p:spPr>
          <a:xfrm>
            <a:off x="0" y="434986"/>
            <a:ext cx="635619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sz="3200" dirty="0" err="1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இசிஐத்</a:t>
            </a:r>
            <a:r>
              <a:rPr lang="ta-IN" sz="3200" dirty="0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3200" dirty="0" err="1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திருச்சபையாக</a:t>
            </a:r>
            <a:endParaRPr lang="en-IN" sz="3200" dirty="0">
              <a:ln>
                <a:solidFill>
                  <a:schemeClr val="bg2">
                    <a:lumMod val="75000"/>
                  </a:schemeClr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endParaRPr lang="ta-IN" sz="3200" dirty="0">
              <a:ln>
                <a:solidFill>
                  <a:schemeClr val="bg2">
                    <a:lumMod val="75000"/>
                  </a:schemeClr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3200" dirty="0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நற்செய்தி </a:t>
            </a:r>
            <a:r>
              <a:rPr lang="ta-IN" sz="3200" dirty="0" err="1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நல்கிடவும்</a:t>
            </a:r>
            <a:endParaRPr lang="en-IN" sz="3200" dirty="0">
              <a:ln>
                <a:solidFill>
                  <a:schemeClr val="bg2">
                    <a:lumMod val="75000"/>
                  </a:schemeClr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endParaRPr lang="ta-IN" sz="3200" dirty="0">
              <a:ln>
                <a:solidFill>
                  <a:schemeClr val="bg2">
                    <a:lumMod val="75000"/>
                  </a:schemeClr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3200" dirty="0" err="1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முற்பிதாக்கள்</a:t>
            </a:r>
            <a:r>
              <a:rPr lang="ta-IN" sz="3200" dirty="0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3200" dirty="0" err="1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சத்தியத்தில்</a:t>
            </a:r>
            <a:endParaRPr lang="en-IN" sz="3200" dirty="0">
              <a:ln>
                <a:solidFill>
                  <a:schemeClr val="bg2">
                    <a:lumMod val="75000"/>
                  </a:schemeClr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endParaRPr lang="ta-IN" sz="3200" dirty="0">
              <a:ln>
                <a:solidFill>
                  <a:schemeClr val="bg2">
                    <a:lumMod val="75000"/>
                  </a:schemeClr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3200" dirty="0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என்றுமே </a:t>
            </a:r>
            <a:r>
              <a:rPr lang="ta-IN" sz="3200" dirty="0" err="1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நிலைத்திடவும்</a:t>
            </a:r>
            <a:endParaRPr lang="en-IN" sz="3200" dirty="0">
              <a:ln>
                <a:solidFill>
                  <a:schemeClr val="bg2">
                    <a:lumMod val="75000"/>
                  </a:schemeClr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endParaRPr lang="ta-IN" sz="3200" dirty="0">
              <a:ln>
                <a:solidFill>
                  <a:schemeClr val="bg2">
                    <a:lumMod val="75000"/>
                  </a:schemeClr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3200" dirty="0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தேவ </a:t>
            </a:r>
            <a:r>
              <a:rPr lang="ta-IN" sz="3200" dirty="0" err="1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ஆசீர்வாதத்தோடே</a:t>
            </a:r>
            <a:endParaRPr lang="en-IN" sz="3200" dirty="0">
              <a:ln>
                <a:solidFill>
                  <a:schemeClr val="bg2">
                    <a:lumMod val="75000"/>
                  </a:schemeClr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endParaRPr lang="ta-IN" sz="3200" dirty="0">
              <a:ln>
                <a:solidFill>
                  <a:schemeClr val="bg2">
                    <a:lumMod val="75000"/>
                  </a:schemeClr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3200" dirty="0" err="1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அடியாரை</a:t>
            </a:r>
            <a:r>
              <a:rPr lang="ta-IN" sz="3200" dirty="0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அனுப்பும்</a:t>
            </a:r>
            <a:r>
              <a:rPr lang="en-IN" sz="3200" dirty="0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  <a:endParaRPr lang="ta-IN" sz="3200" dirty="0">
              <a:ln>
                <a:solidFill>
                  <a:schemeClr val="bg2">
                    <a:lumMod val="75000"/>
                  </a:schemeClr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3200" dirty="0" err="1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ஆமென்</a:t>
            </a:r>
            <a:r>
              <a:rPr lang="en-IN" sz="3200" dirty="0">
                <a:ln>
                  <a:solidFill>
                    <a:schemeClr val="bg2">
                      <a:lumMod val="75000"/>
                    </a:schemeClr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937545-657A-633C-9387-E65F9E9AA213}"/>
              </a:ext>
            </a:extLst>
          </p:cNvPr>
          <p:cNvSpPr txBox="1"/>
          <p:nvPr/>
        </p:nvSpPr>
        <p:spPr>
          <a:xfrm>
            <a:off x="6356195" y="741104"/>
            <a:ext cx="583580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ECI </a:t>
            </a:r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Thirusabaiyaga</a:t>
            </a:r>
            <a:endParaRPr lang="en-IN" sz="3000" b="1" dirty="0">
              <a:ln>
                <a:solidFill>
                  <a:schemeClr val="bg2">
                    <a:lumMod val="75000"/>
                  </a:schemeClr>
                </a:solidFill>
              </a:ln>
              <a:solidFill>
                <a:srgbClr val="0020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endParaRPr lang="en-IN" sz="3000" b="1" dirty="0">
              <a:ln>
                <a:solidFill>
                  <a:schemeClr val="bg2">
                    <a:lumMod val="75000"/>
                  </a:schemeClr>
                </a:solidFill>
              </a:ln>
              <a:solidFill>
                <a:srgbClr val="0020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Narseydhi</a:t>
            </a:r>
            <a:r>
              <a:rPr lang="en-IN" sz="3000" b="1" dirty="0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Nalgidavum</a:t>
            </a:r>
            <a:endParaRPr lang="en-IN" sz="3000" b="1" dirty="0">
              <a:ln>
                <a:solidFill>
                  <a:schemeClr val="bg2">
                    <a:lumMod val="75000"/>
                  </a:schemeClr>
                </a:solidFill>
              </a:ln>
              <a:solidFill>
                <a:srgbClr val="0020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endParaRPr lang="en-IN" sz="3000" b="1" dirty="0">
              <a:ln>
                <a:solidFill>
                  <a:schemeClr val="bg2">
                    <a:lumMod val="75000"/>
                  </a:schemeClr>
                </a:solidFill>
              </a:ln>
              <a:solidFill>
                <a:srgbClr val="0020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Murpidhakal</a:t>
            </a:r>
            <a:r>
              <a:rPr lang="en-IN" sz="3000" b="1" dirty="0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Sathiyathil</a:t>
            </a:r>
            <a:endParaRPr lang="en-IN" sz="3000" b="1" dirty="0">
              <a:ln>
                <a:solidFill>
                  <a:schemeClr val="bg2">
                    <a:lumMod val="75000"/>
                  </a:schemeClr>
                </a:solidFill>
              </a:ln>
              <a:solidFill>
                <a:srgbClr val="0020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endParaRPr lang="en-IN" sz="3000" b="1" dirty="0">
              <a:ln>
                <a:solidFill>
                  <a:schemeClr val="bg2">
                    <a:lumMod val="75000"/>
                  </a:schemeClr>
                </a:solidFill>
              </a:ln>
              <a:solidFill>
                <a:srgbClr val="0020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Endrume</a:t>
            </a:r>
            <a:r>
              <a:rPr lang="en-IN" sz="3000" b="1" dirty="0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Nillaithidavum</a:t>
            </a:r>
            <a:endParaRPr lang="en-IN" sz="3000" b="1" dirty="0">
              <a:ln>
                <a:solidFill>
                  <a:schemeClr val="bg2">
                    <a:lumMod val="75000"/>
                  </a:schemeClr>
                </a:solidFill>
              </a:ln>
              <a:solidFill>
                <a:srgbClr val="0020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endParaRPr lang="en-IN" sz="3000" b="1" dirty="0">
              <a:ln>
                <a:solidFill>
                  <a:schemeClr val="bg2">
                    <a:lumMod val="75000"/>
                  </a:schemeClr>
                </a:solidFill>
              </a:ln>
              <a:solidFill>
                <a:srgbClr val="0020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3000" b="1" dirty="0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Deva </a:t>
            </a:r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Aaseervaadhathode</a:t>
            </a:r>
            <a:endParaRPr lang="en-IN" sz="3000" b="1" dirty="0">
              <a:ln>
                <a:solidFill>
                  <a:schemeClr val="bg2">
                    <a:lumMod val="75000"/>
                  </a:schemeClr>
                </a:solidFill>
              </a:ln>
              <a:solidFill>
                <a:srgbClr val="0020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endParaRPr lang="en-IN" sz="3000" b="1" dirty="0">
              <a:ln>
                <a:solidFill>
                  <a:schemeClr val="bg2">
                    <a:lumMod val="75000"/>
                  </a:schemeClr>
                </a:solidFill>
              </a:ln>
              <a:solidFill>
                <a:srgbClr val="0020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Adiyaarai</a:t>
            </a:r>
            <a:r>
              <a:rPr lang="en-IN" sz="3000" b="1" dirty="0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3000" b="1" dirty="0" err="1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Anupum</a:t>
            </a:r>
            <a:r>
              <a:rPr lang="en-IN" sz="3000" b="1" dirty="0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</a:p>
          <a:p>
            <a:pPr algn="ctr"/>
            <a:r>
              <a:rPr lang="en-IN" sz="3000" b="1" dirty="0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Amen!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0D10DD1-87E1-0860-6984-82DAA8D5E050}"/>
              </a:ext>
            </a:extLst>
          </p:cNvPr>
          <p:cNvCxnSpPr/>
          <p:nvPr/>
        </p:nvCxnSpPr>
        <p:spPr>
          <a:xfrm>
            <a:off x="6400799" y="234176"/>
            <a:ext cx="0" cy="6403264"/>
          </a:xfrm>
          <a:prstGeom prst="line">
            <a:avLst/>
          </a:prstGeom>
          <a:ln w="25400"/>
          <a:effectLst>
            <a:glow rad="165100">
              <a:schemeClr val="bg2">
                <a:lumMod val="50000"/>
                <a:alpha val="40000"/>
              </a:schemeClr>
            </a:glo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3920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112</Words>
  <Application>Microsoft Office PowerPoint</Application>
  <PresentationFormat>Widescreen</PresentationFormat>
  <Paragraphs>70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Uni Ila.Sundaram-02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Martin</dc:creator>
  <cp:lastModifiedBy>Prince Nadar</cp:lastModifiedBy>
  <cp:revision>10</cp:revision>
  <dcterms:created xsi:type="dcterms:W3CDTF">2024-08-31T23:03:04Z</dcterms:created>
  <dcterms:modified xsi:type="dcterms:W3CDTF">2025-03-05T15:05:57Z</dcterms:modified>
</cp:coreProperties>
</file>