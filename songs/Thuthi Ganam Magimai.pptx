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B156-69EF-157C-46F2-2BBD1B482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47E4A-7600-7D51-59F1-F7D7698BD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883F6-AC00-47F7-AECE-A40FD3C5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E5AAD-4C1F-1DB0-3FF7-AF07E93E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4240-1689-7A4B-0F88-44B3C6D7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672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B82C-A4F0-365C-A247-B368676F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E00F-E40D-8678-BDA0-3C15620E1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F6590-5B77-6AA8-F37D-DD0CD338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0A54D-99E0-A4F9-E342-3C9501DF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C4266-20FF-0CEB-B669-0E8A0C02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75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3C2E-5AB8-74DA-4FB0-D31C9BB89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40998-676A-6DC3-F19B-0243B307C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E3941-ED21-D854-B772-F32D8092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B5F70-549A-0625-5A74-C41C0D71F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307A3-ABA8-CA3B-B7B1-DEA8EE98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90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A0BF-8A30-3C22-8ABF-DD4FDD55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F760-A9B8-985E-FE61-B1631723A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F023A-8EAB-BE17-7C4D-65A7FCE21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5C3F0-060C-6860-D93C-A4D16503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00FA8-2807-5B06-5AD5-050DE631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61A4A-AACA-FFF3-DED7-8AF9F4F26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6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AFA0A-7D67-013E-4F97-96BCF95A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D1525-1AD5-6C0F-4BE9-7AE09676A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5068B-6171-EDDB-F4F4-03A247E7E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868DC-83BD-E675-4DA6-DF0DD7A72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D0CF1-8CB3-DA5B-4F9E-C1C95A615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B704FC-CCAA-7BFC-7419-80F6B83B2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45AE3-2F57-3BD8-B56A-68FAFB60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49E4F-8F75-282B-82F2-2AA15A2D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44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4D8E-BF9F-63E0-1EE4-DCC94C66C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176BCE-3D33-39B9-3AAB-88D393A0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4A509-A9D4-23CA-142E-E292DD63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409AD-8FC0-2CD7-8CAA-F2D11425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5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9C2F0-5273-80FC-3468-27DDAFA22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5AEE3-9FBF-D38C-1140-5F098006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36164-362E-0552-1436-BFF75C13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30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53B9E-CA51-E0FD-B2CB-E3CBFE423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4B4C9-A689-525C-15F0-50DA4893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45E6F-CA45-4554-0F79-A3F6A179F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32A4A-E7C1-9AB2-F78D-D48973BD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F1F4B-221F-AEC6-3EE9-F93C0355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200E3-03CF-A82F-224F-26D5A8BC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83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5977-2B24-5D70-1771-5D7C489D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72AC5-2BBF-B4F7-0829-9C2D474C3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F3A65-CAD4-E83F-7352-B18FB450D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EC007-7A15-298F-D161-725A03C9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59B19-FA3F-0F1A-8CB3-C7663C79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571F-C2D5-60E3-9AC4-7B3EBC53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44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BE6A-331F-CD05-CAE5-5AE93935D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8444F-8929-36DF-12CE-AE0ECD8CF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61F56-EFDC-9201-E2F7-5B181CAE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2C62A-B3B0-AB84-197D-0BC29973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5C8D9-875D-DBDD-605A-F7170FD6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12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074F2-B44E-F6B0-B58C-A90846FD3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D0421-F4A2-F985-5111-1E1811439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5A355-04EE-1989-96F9-5FF27007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C1A49-E2D5-DF27-F776-E602D515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9BF93-56AA-EDF7-FD51-B1AA0D5E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70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CCB7B-2597-618D-3B28-5FC79514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C2624-7FA2-D235-4E09-8A77281A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30DE0-80B2-98C8-37BD-D20F89AA5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36DA-029A-43D8-A402-2DA1A3230628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E0F33-D5F0-5054-3AAF-FEC0F2DFA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E6148-1A63-5876-B51E-35A05D7C5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175BD-B4AE-402F-AE6E-4D4048392F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22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77F5-626D-38D4-549F-34E4C3F66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0D173-7F59-3FC0-307E-3292322E49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lowchart: Manual Input 3">
            <a:extLst>
              <a:ext uri="{FF2B5EF4-FFF2-40B4-BE49-F238E27FC236}">
                <a16:creationId xmlns:a16="http://schemas.microsoft.com/office/drawing/2014/main" id="{9F68CAF4-5D5E-0534-4FF9-58701A060B74}"/>
              </a:ext>
            </a:extLst>
          </p:cNvPr>
          <p:cNvSpPr/>
          <p:nvPr/>
        </p:nvSpPr>
        <p:spPr>
          <a:xfrm>
            <a:off x="-568711" y="-2207942"/>
            <a:ext cx="13124984" cy="9987351"/>
          </a:xfrm>
          <a:prstGeom prst="flowChartManualInpu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257D1-E83B-4012-C3D6-EE0192C2539C}"/>
              </a:ext>
            </a:extLst>
          </p:cNvPr>
          <p:cNvSpPr txBox="1"/>
          <p:nvPr/>
        </p:nvSpPr>
        <p:spPr>
          <a:xfrm>
            <a:off x="1421781" y="16002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 கனம்</a:t>
            </a:r>
            <a:endParaRPr lang="en-IN" sz="48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மகிமையுமக்கே</a:t>
            </a:r>
            <a:endParaRPr lang="en-IN" sz="5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11EA4-EB8C-9695-3897-AC04AADEE2A5}"/>
              </a:ext>
            </a:extLst>
          </p:cNvPr>
          <p:cNvSpPr txBox="1"/>
          <p:nvPr/>
        </p:nvSpPr>
        <p:spPr>
          <a:xfrm>
            <a:off x="991994" y="3702449"/>
            <a:ext cx="102080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ganam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Magimaiyumakke</a:t>
            </a:r>
            <a:endParaRPr lang="en-IN" sz="5400" b="1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45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77F5-626D-38D4-549F-34E4C3F66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0D173-7F59-3FC0-307E-3292322E49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lowchart: Manual Input 3">
            <a:extLst>
              <a:ext uri="{FF2B5EF4-FFF2-40B4-BE49-F238E27FC236}">
                <a16:creationId xmlns:a16="http://schemas.microsoft.com/office/drawing/2014/main" id="{9F68CAF4-5D5E-0534-4FF9-58701A060B74}"/>
              </a:ext>
            </a:extLst>
          </p:cNvPr>
          <p:cNvSpPr/>
          <p:nvPr/>
        </p:nvSpPr>
        <p:spPr>
          <a:xfrm>
            <a:off x="-568711" y="-2207942"/>
            <a:ext cx="13124984" cy="9987351"/>
          </a:xfrm>
          <a:prstGeom prst="flowChartManualInpu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257D1-E83B-4012-C3D6-EE0192C2539C}"/>
              </a:ext>
            </a:extLst>
          </p:cNvPr>
          <p:cNvSpPr txBox="1"/>
          <p:nvPr/>
        </p:nvSpPr>
        <p:spPr>
          <a:xfrm>
            <a:off x="0" y="411827"/>
            <a:ext cx="121919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 கனம் </a:t>
            </a:r>
            <a:r>
              <a:rPr lang="ta-IN" sz="48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மகிமையுமக்கே</a:t>
            </a:r>
            <a:endParaRPr lang="ta-IN" sz="48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ஓ , </a:t>
            </a:r>
            <a:r>
              <a:rPr lang="ta-IN" sz="48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எல்லாமுமே</a:t>
            </a:r>
            <a:r>
              <a:rPr lang="ta-IN" sz="48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ஓ </a:t>
            </a:r>
            <a:r>
              <a:rPr lang="ta-IN" sz="48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எல்லாமுமே</a:t>
            </a:r>
            <a:endParaRPr lang="ta-IN" sz="48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 கனம் </a:t>
            </a:r>
            <a:r>
              <a:rPr lang="ta-IN" sz="48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மகிமையுமக்கே</a:t>
            </a:r>
            <a:endParaRPr lang="ta-IN" sz="48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ஓ ! </a:t>
            </a:r>
            <a:r>
              <a:rPr lang="ta-IN" sz="48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நீரே</a:t>
            </a:r>
            <a:r>
              <a:rPr lang="ta-IN" sz="48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ராஜாவே</a:t>
            </a:r>
            <a:endParaRPr lang="en-IN" sz="48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11EA4-EB8C-9695-3897-AC04AADEE2A5}"/>
              </a:ext>
            </a:extLst>
          </p:cNvPr>
          <p:cNvSpPr txBox="1"/>
          <p:nvPr/>
        </p:nvSpPr>
        <p:spPr>
          <a:xfrm>
            <a:off x="14093" y="3500438"/>
            <a:ext cx="121779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ganam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magimaiyumakke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O ,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ellaamume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o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ellaamume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ganam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magimaiyumakke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O !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neere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raajaave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902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77F5-626D-38D4-549F-34E4C3F66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0D173-7F59-3FC0-307E-3292322E49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lowchart: Manual Input 3">
            <a:extLst>
              <a:ext uri="{FF2B5EF4-FFF2-40B4-BE49-F238E27FC236}">
                <a16:creationId xmlns:a16="http://schemas.microsoft.com/office/drawing/2014/main" id="{9F68CAF4-5D5E-0534-4FF9-58701A060B74}"/>
              </a:ext>
            </a:extLst>
          </p:cNvPr>
          <p:cNvSpPr/>
          <p:nvPr/>
        </p:nvSpPr>
        <p:spPr>
          <a:xfrm>
            <a:off x="-568711" y="-2207942"/>
            <a:ext cx="13124984" cy="9987351"/>
          </a:xfrm>
          <a:prstGeom prst="flowChartManualInpu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257D1-E83B-4012-C3D6-EE0192C2539C}"/>
              </a:ext>
            </a:extLst>
          </p:cNvPr>
          <p:cNvSpPr txBox="1"/>
          <p:nvPr/>
        </p:nvSpPr>
        <p:spPr>
          <a:xfrm>
            <a:off x="0" y="411827"/>
            <a:ext cx="121919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ஸ்தோத்திரம்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ஸ்தோத்திரம்</a:t>
            </a:r>
            <a:endParaRPr lang="ta-IN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ஸ்தோத்திரம் மிக ஸ்தோத்திரம்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ஸ்தோத்திரம்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ஸ்தோத்திரம்</a:t>
            </a:r>
            <a:endParaRPr lang="ta-IN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ஓ !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நீரே</a:t>
            </a:r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ராஜாவே</a:t>
            </a:r>
            <a:endParaRPr lang="en-IN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11EA4-EB8C-9695-3897-AC04AADEE2A5}"/>
              </a:ext>
            </a:extLst>
          </p:cNvPr>
          <p:cNvSpPr txBox="1"/>
          <p:nvPr/>
        </p:nvSpPr>
        <p:spPr>
          <a:xfrm>
            <a:off x="14093" y="3500438"/>
            <a:ext cx="121779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Sthothiram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sthothiram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Sthothiram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miga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sthothiram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Sthothiram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sthothiram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O !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neerae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raajaave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762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77F5-626D-38D4-549F-34E4C3F66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0D173-7F59-3FC0-307E-3292322E49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lowchart: Manual Input 3">
            <a:extLst>
              <a:ext uri="{FF2B5EF4-FFF2-40B4-BE49-F238E27FC236}">
                <a16:creationId xmlns:a16="http://schemas.microsoft.com/office/drawing/2014/main" id="{9F68CAF4-5D5E-0534-4FF9-58701A060B74}"/>
              </a:ext>
            </a:extLst>
          </p:cNvPr>
          <p:cNvSpPr/>
          <p:nvPr/>
        </p:nvSpPr>
        <p:spPr>
          <a:xfrm>
            <a:off x="-568711" y="-2207942"/>
            <a:ext cx="13124984" cy="9987351"/>
          </a:xfrm>
          <a:prstGeom prst="flowChartManualInpu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257D1-E83B-4012-C3D6-EE0192C2539C}"/>
              </a:ext>
            </a:extLst>
          </p:cNvPr>
          <p:cNvSpPr txBox="1"/>
          <p:nvPr/>
        </p:nvSpPr>
        <p:spPr>
          <a:xfrm>
            <a:off x="0" y="411827"/>
            <a:ext cx="121919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 கனம்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மகிமையுமக்கே</a:t>
            </a:r>
            <a:endParaRPr lang="ta-IN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ஓ ,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எல்லாமுமே</a:t>
            </a:r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ஓ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எல்லாமுமே</a:t>
            </a:r>
            <a:endParaRPr lang="ta-IN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 கனம்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மகிமையுமக்கே</a:t>
            </a:r>
            <a:endParaRPr lang="ta-IN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ஓ !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நீரே</a:t>
            </a:r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 err="1">
                <a:latin typeface="Uni Ila.Sundaram-02" panose="00000400000000000000" pitchFamily="2" charset="0"/>
                <a:cs typeface="Uni Ila.Sundaram-02" panose="00000400000000000000" pitchFamily="2" charset="0"/>
              </a:rPr>
              <a:t>ராஜாவே</a:t>
            </a:r>
            <a:endParaRPr lang="en-IN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11EA4-EB8C-9695-3897-AC04AADEE2A5}"/>
              </a:ext>
            </a:extLst>
          </p:cNvPr>
          <p:cNvSpPr txBox="1"/>
          <p:nvPr/>
        </p:nvSpPr>
        <p:spPr>
          <a:xfrm>
            <a:off x="14093" y="3500438"/>
            <a:ext cx="121779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ganam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magimaiyumakke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O ,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ellaamume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o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ellaamume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ganam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magimaiyumakke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O !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neere</a:t>
            </a:r>
            <a:r>
              <a:rPr lang="en-IN" sz="4800" dirty="0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dirty="0" err="1">
                <a:solidFill>
                  <a:srgbClr val="0007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raajaave</a:t>
            </a:r>
            <a:endParaRPr lang="en-IN" sz="4800" dirty="0">
              <a:solidFill>
                <a:srgbClr val="00076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87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88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Uni Ila.Sundaram-02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Martin</dc:creator>
  <cp:lastModifiedBy>Prince Nadar</cp:lastModifiedBy>
  <cp:revision>35</cp:revision>
  <dcterms:created xsi:type="dcterms:W3CDTF">2024-08-03T20:11:58Z</dcterms:created>
  <dcterms:modified xsi:type="dcterms:W3CDTF">2024-09-28T17:49:22Z</dcterms:modified>
</cp:coreProperties>
</file>