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E3F9F-2EE1-4BDA-86B9-BEEDB71E3EFC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A23F4-C654-4308-8FAD-D5E740DC4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9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569428"/>
      </p:ext>
    </p:extLst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904108"/>
      </p:ext>
    </p:extLst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761109"/>
      </p:ext>
    </p:extLst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51130"/>
      </p:ext>
    </p:extLst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113223"/>
      </p:ext>
    </p:extLst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86420"/>
      </p:ext>
    </p:extLst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06590"/>
      </p:ext>
    </p:extLst>
  </p:cSld>
  <p:clrMapOvr>
    <a:masterClrMapping/>
  </p:clrMapOvr>
  <p:transition spd="slow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80748"/>
      </p:ext>
    </p:extLst>
  </p:cSld>
  <p:clrMapOvr>
    <a:masterClrMapping/>
  </p:clrMapOvr>
  <p:transition spd="slow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52576"/>
      </p:ext>
    </p:extLst>
  </p:cSld>
  <p:clrMapOvr>
    <a:masterClrMapping/>
  </p:clrMapOvr>
  <p:transition spd="slow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920352"/>
      </p:ext>
    </p:extLst>
  </p:cSld>
  <p:clrMapOvr>
    <a:masterClrMapping/>
  </p:clrMapOvr>
  <p:transition spd="slow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51192"/>
      </p:ext>
    </p:extLst>
  </p:cSld>
  <p:clrMapOvr>
    <a:masterClrMapping/>
  </p:clrMapOvr>
  <p:transition spd="slow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1200688"/>
      </p:ext>
    </p:extLst>
  </p:cSld>
  <p:clrMapOvr>
    <a:masterClrMapping/>
  </p:clrMapOvr>
  <p:transition spd="slow"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288667"/>
      </p:ext>
    </p:extLst>
  </p:cSld>
  <p:clrMapOvr>
    <a:masterClrMapping/>
  </p:clrMapOvr>
  <p:transition spd="slow"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84291"/>
      </p:ext>
    </p:extLst>
  </p:cSld>
  <p:clrMapOvr>
    <a:masterClrMapping/>
  </p:clrMapOvr>
  <p:transition spd="slow"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46188"/>
      </p:ext>
    </p:extLst>
  </p:cSld>
  <p:clrMapOvr>
    <a:masterClrMapping/>
  </p:clrMapOvr>
  <p:transition spd="slow"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483557"/>
      </p:ext>
    </p:extLst>
  </p:cSld>
  <p:clrMapOvr>
    <a:masterClrMapping/>
  </p:clrMapOvr>
  <p:transition spd="slow"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55141"/>
      </p:ext>
    </p:extLst>
  </p:cSld>
  <p:clrMapOvr>
    <a:masterClrMapping/>
  </p:clrMapOvr>
  <p:transition spd="slow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DFFF6-27DF-4876-B2D1-513ED3DDDAF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22B3-5115-4546-B8A6-0C1B758D2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39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ransition spd="slow">
    <p:strips dir="rd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E8A31-AD6B-E3DA-60C1-F66D251A9B20}"/>
              </a:ext>
            </a:extLst>
          </p:cNvPr>
          <p:cNvSpPr txBox="1"/>
          <p:nvPr/>
        </p:nvSpPr>
        <p:spPr>
          <a:xfrm>
            <a:off x="0" y="1928346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6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வாலிபர் </a:t>
            </a:r>
            <a:r>
              <a:rPr lang="ta-IN" sz="60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மூவரின்</a:t>
            </a:r>
            <a:r>
              <a:rPr lang="ta-IN" sz="6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கீதம்</a:t>
            </a:r>
            <a:endParaRPr lang="en-IN" sz="66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64FB4-B1E5-2226-8174-2C75366A6FD9}"/>
              </a:ext>
            </a:extLst>
          </p:cNvPr>
          <p:cNvSpPr txBox="1"/>
          <p:nvPr/>
        </p:nvSpPr>
        <p:spPr>
          <a:xfrm>
            <a:off x="0" y="391399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Vaalibar</a:t>
            </a:r>
            <a:r>
              <a:rPr lang="en-IN" sz="5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Moovarin</a:t>
            </a:r>
            <a:r>
              <a:rPr lang="en-IN" sz="5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Geetham</a:t>
            </a:r>
            <a:endParaRPr lang="en-IN" sz="60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59280"/>
      </p:ext>
    </p:extLst>
  </p:cSld>
  <p:clrMapOvr>
    <a:masterClrMapping/>
  </p:clrMapOvr>
  <p:transition spd="slow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E8A31-AD6B-E3DA-60C1-F66D251A9B20}"/>
              </a:ext>
            </a:extLst>
          </p:cNvPr>
          <p:cNvSpPr txBox="1"/>
          <p:nvPr/>
        </p:nvSpPr>
        <p:spPr>
          <a:xfrm>
            <a:off x="0" y="1056835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1.</a:t>
            </a:r>
            <a:r>
              <a:rPr lang="en-IN" sz="48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கர்த்தர் சிருஷ்டித்த சகல சிருஷ்டிகளே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0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0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0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0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64FB4-B1E5-2226-8174-2C75366A6FD9}"/>
              </a:ext>
            </a:extLst>
          </p:cNvPr>
          <p:cNvSpPr txBox="1"/>
          <p:nvPr/>
        </p:nvSpPr>
        <p:spPr>
          <a:xfrm>
            <a:off x="0" y="3677507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ctr">
              <a:buAutoNum type="arabicPeriod"/>
            </a:pP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Sirushtitha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Sagala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Sirushtigale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4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7151660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7E39-4E4F-433F-2467-BEB14C87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017881-8CD7-D6F2-8830-9BF905DBB77A}"/>
              </a:ext>
            </a:extLst>
          </p:cNvPr>
          <p:cNvSpPr txBox="1"/>
          <p:nvPr/>
        </p:nvSpPr>
        <p:spPr>
          <a:xfrm>
            <a:off x="0" y="85919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2.</a:t>
            </a:r>
            <a:r>
              <a:rPr lang="en-IN" sz="5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தூதர்களே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73EB6-7ED4-89C8-05A3-740F91F8FD7D}"/>
              </a:ext>
            </a:extLst>
          </p:cNvPr>
          <p:cNvSpPr txBox="1"/>
          <p:nvPr/>
        </p:nvSpPr>
        <p:spPr>
          <a:xfrm>
            <a:off x="0" y="369048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Kartharudaya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Thudhargale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4242846"/>
      </p:ext>
    </p:extLst>
  </p:cSld>
  <p:clrMapOvr>
    <a:masterClrMapping/>
  </p:clrMapOvr>
  <p:transition spd="slow">
    <p:strips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9D57-AA57-4E32-8A72-DF14732B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B552DD-239A-69E0-25BC-EEC48DDA3EB3}"/>
              </a:ext>
            </a:extLst>
          </p:cNvPr>
          <p:cNvSpPr txBox="1"/>
          <p:nvPr/>
        </p:nvSpPr>
        <p:spPr>
          <a:xfrm>
            <a:off x="0" y="984162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3.</a:t>
            </a:r>
            <a:r>
              <a:rPr lang="en-IN" sz="5000" b="1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வானங்களே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endParaRPr lang="en-IN" sz="50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b="1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73567-0FCB-B059-12C1-A2BC02E67802}"/>
              </a:ext>
            </a:extLst>
          </p:cNvPr>
          <p:cNvSpPr txBox="1"/>
          <p:nvPr/>
        </p:nvSpPr>
        <p:spPr>
          <a:xfrm>
            <a:off x="0" y="356551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Vaanangale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7793971"/>
      </p:ext>
    </p:extLst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D97D-ACD1-792D-5CA0-FD5B72E5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9D73E-0A85-B007-6DBB-AC808BB8C5A1}"/>
              </a:ext>
            </a:extLst>
          </p:cNvPr>
          <p:cNvSpPr txBox="1"/>
          <p:nvPr/>
        </p:nvSpPr>
        <p:spPr>
          <a:xfrm>
            <a:off x="0" y="319596"/>
            <a:ext cx="12192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4.</a:t>
            </a:r>
            <a:r>
              <a:rPr lang="en-IN" sz="50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ஆகாய விரிவின் மேலுள்ள 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ஜலங்களே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A10D2-200D-F813-FFB1-362D3093C805}"/>
              </a:ext>
            </a:extLst>
          </p:cNvPr>
          <p:cNvSpPr txBox="1"/>
          <p:nvPr/>
        </p:nvSpPr>
        <p:spPr>
          <a:xfrm>
            <a:off x="0" y="3491416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4.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Aagaaya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Virivin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Melula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Janangale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5493222"/>
      </p:ext>
    </p:extLst>
  </p:cSld>
  <p:clrMapOvr>
    <a:masterClrMapping/>
  </p:clrMapOvr>
  <p:transition spd="slow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A6B3-669E-76A3-72E1-77F1CBD5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11FE3-F3B3-4130-F501-789FFE33FF1D}"/>
              </a:ext>
            </a:extLst>
          </p:cNvPr>
          <p:cNvSpPr txBox="1"/>
          <p:nvPr/>
        </p:nvSpPr>
        <p:spPr>
          <a:xfrm>
            <a:off x="0" y="433499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5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கர்த்தருடைய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சகல </a:t>
            </a:r>
            <a:endParaRPr lang="en-IN" sz="4400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வல்லமைகளே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A4831-41F9-0343-5B4D-9123DBB50408}"/>
              </a:ext>
            </a:extLst>
          </p:cNvPr>
          <p:cNvSpPr txBox="1"/>
          <p:nvPr/>
        </p:nvSpPr>
        <p:spPr>
          <a:xfrm>
            <a:off x="0" y="3377513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5.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Kartharudaya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Sagala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Valamaygale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8299266"/>
      </p:ext>
    </p:extLst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FF30-62CB-B73F-FCFF-B7E7F1E2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08DEB-97F3-754F-1B1A-6DF58FC16B99}"/>
              </a:ext>
            </a:extLst>
          </p:cNvPr>
          <p:cNvSpPr txBox="1"/>
          <p:nvPr/>
        </p:nvSpPr>
        <p:spPr>
          <a:xfrm>
            <a:off x="0" y="1049018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6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சூரிய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சந்திரரே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48894-621E-5126-6C01-C93FEA0C1E14}"/>
              </a:ext>
            </a:extLst>
          </p:cNvPr>
          <p:cNvSpPr txBox="1"/>
          <p:nvPr/>
        </p:nvSpPr>
        <p:spPr>
          <a:xfrm>
            <a:off x="0" y="3592991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6. Suriya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Sandhirare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4153893"/>
      </p:ext>
    </p:extLst>
  </p:cSld>
  <p:clrMapOvr>
    <a:masterClrMapping/>
  </p:clrMapOvr>
  <p:transition spd="slow"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77FA-7852-1D71-7B97-B1B15E0D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C90C4D-4F60-743C-B60D-E5FB017B7520}"/>
              </a:ext>
            </a:extLst>
          </p:cNvPr>
          <p:cNvSpPr txBox="1"/>
          <p:nvPr/>
        </p:nvSpPr>
        <p:spPr>
          <a:xfrm>
            <a:off x="0" y="1023021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7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வானத்தின்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நட்சத்திரங்களே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105EF-344F-B36E-4BEB-1AEAB8684CCA}"/>
              </a:ext>
            </a:extLst>
          </p:cNvPr>
          <p:cNvSpPr txBox="1"/>
          <p:nvPr/>
        </p:nvSpPr>
        <p:spPr>
          <a:xfrm>
            <a:off x="0" y="3526655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7.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Vaanathin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Natchathrangale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0759563"/>
      </p:ext>
    </p:extLst>
  </p:cSld>
  <p:clrMapOvr>
    <a:masterClrMapping/>
  </p:clrMapOvr>
  <p:transition spd="slow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FA019-7F66-FCE2-8838-D53CBD7D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E60DE-CD0C-0EEB-2AF7-41100C536ACD}"/>
              </a:ext>
            </a:extLst>
          </p:cNvPr>
          <p:cNvSpPr txBox="1"/>
          <p:nvPr/>
        </p:nvSpPr>
        <p:spPr>
          <a:xfrm>
            <a:off x="0" y="112067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8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மழையே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பனியே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89A5F-1942-87A4-CCA8-EB34427C0088}"/>
              </a:ext>
            </a:extLst>
          </p:cNvPr>
          <p:cNvSpPr txBox="1"/>
          <p:nvPr/>
        </p:nvSpPr>
        <p:spPr>
          <a:xfrm>
            <a:off x="0" y="342900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8.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Malaye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Paniye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8976901"/>
      </p:ext>
    </p:extLst>
  </p:cSld>
  <p:clrMapOvr>
    <a:masterClrMapping/>
  </p:clrMapOvr>
  <p:transition spd="slow"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682D-44FA-6922-9563-8E3D5054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D92B73-75EB-E600-2139-84AAA3C560D3}"/>
              </a:ext>
            </a:extLst>
          </p:cNvPr>
          <p:cNvSpPr txBox="1"/>
          <p:nvPr/>
        </p:nvSpPr>
        <p:spPr>
          <a:xfrm>
            <a:off x="0" y="1021295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9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தேவனுடைய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காற்றுகளே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BA9E0-F300-97C5-F8F0-48BA0522D27D}"/>
              </a:ext>
            </a:extLst>
          </p:cNvPr>
          <p:cNvSpPr txBox="1"/>
          <p:nvPr/>
        </p:nvSpPr>
        <p:spPr>
          <a:xfrm>
            <a:off x="0" y="3528381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9.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Devanudaya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Kaatrukale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6953761"/>
      </p:ext>
    </p:extLst>
  </p:cSld>
  <p:clrMapOvr>
    <a:masterClrMapping/>
  </p:clrMapOvr>
  <p:transition spd="slow"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B698-345B-3E47-9A7E-4BFEA396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D80F4E-85F1-5040-1F93-E09A83EB8DB5}"/>
              </a:ext>
            </a:extLst>
          </p:cNvPr>
          <p:cNvSpPr txBox="1"/>
          <p:nvPr/>
        </p:nvSpPr>
        <p:spPr>
          <a:xfrm>
            <a:off x="0" y="113437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10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அக்கினியே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உஷ்ணமே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27C90-6C93-7E11-223C-C9400142F1BF}"/>
              </a:ext>
            </a:extLst>
          </p:cNvPr>
          <p:cNvSpPr txBox="1"/>
          <p:nvPr/>
        </p:nvSpPr>
        <p:spPr>
          <a:xfrm>
            <a:off x="0" y="3507633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10.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Akiniye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Ushname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7659729"/>
      </p:ext>
    </p:extLst>
  </p:cSld>
  <p:clrMapOvr>
    <a:masterClrMapping/>
  </p:clrMapOvr>
  <p:transition spd="slow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0365-1AB9-4280-8FC4-09210A30A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6C309-BB66-CA00-CD27-BCF7606DC93A}"/>
              </a:ext>
            </a:extLst>
          </p:cNvPr>
          <p:cNvSpPr txBox="1"/>
          <p:nvPr/>
        </p:nvSpPr>
        <p:spPr>
          <a:xfrm>
            <a:off x="0" y="112067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11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மாரிகாலமே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கோடைகாலமே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9F759-A688-2D3D-B638-FD22D9023F9E}"/>
              </a:ext>
            </a:extLst>
          </p:cNvPr>
          <p:cNvSpPr txBox="1"/>
          <p:nvPr/>
        </p:nvSpPr>
        <p:spPr>
          <a:xfrm>
            <a:off x="0" y="342900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11.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Maarikaalame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Kodaikaalame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290822"/>
      </p:ext>
    </p:extLst>
  </p:cSld>
  <p:clrMapOvr>
    <a:masterClrMapping/>
  </p:clrMapOvr>
  <p:transition spd="slow">
    <p:strips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0685-29B1-A3D5-58B2-094FFB55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403A35-D167-C954-63EC-9CA6D2EA7337}"/>
              </a:ext>
            </a:extLst>
          </p:cNvPr>
          <p:cNvSpPr txBox="1"/>
          <p:nvPr/>
        </p:nvSpPr>
        <p:spPr>
          <a:xfrm>
            <a:off x="0" y="1153775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12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மூடுபனியே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ஆலாங்கட்டியே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4A208-E42C-F8F9-992B-D657F9D87D15}"/>
              </a:ext>
            </a:extLst>
          </p:cNvPr>
          <p:cNvSpPr txBox="1"/>
          <p:nvPr/>
        </p:nvSpPr>
        <p:spPr>
          <a:xfrm>
            <a:off x="0" y="3395901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12.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Mudupaniye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Aalaankatiye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211041"/>
      </p:ext>
    </p:extLst>
  </p:cSld>
  <p:clrMapOvr>
    <a:masterClrMapping/>
  </p:clrMapOvr>
  <p:transition spd="slow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1782-3189-FE12-DC60-32273ED9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0D2DE-0246-DB3E-3C06-71F427648A21}"/>
              </a:ext>
            </a:extLst>
          </p:cNvPr>
          <p:cNvSpPr txBox="1"/>
          <p:nvPr/>
        </p:nvSpPr>
        <p:spPr>
          <a:xfrm>
            <a:off x="0" y="1142585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13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பனிக்கட்டியே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குளிரே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A6797-92D0-3C5C-1D0E-357BCF81A48E}"/>
              </a:ext>
            </a:extLst>
          </p:cNvPr>
          <p:cNvSpPr txBox="1"/>
          <p:nvPr/>
        </p:nvSpPr>
        <p:spPr>
          <a:xfrm>
            <a:off x="0" y="3407091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13.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Panikatiye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Koolire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817051"/>
      </p:ext>
    </p:extLst>
  </p:cSld>
  <p:clrMapOvr>
    <a:masterClrMapping/>
  </p:clrMapOvr>
  <p:transition spd="slow"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45AF-ADBA-3FD5-16BC-AE41A182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DE5A46-081A-B6C8-39C0-1E8CEAC6F68B}"/>
              </a:ext>
            </a:extLst>
          </p:cNvPr>
          <p:cNvSpPr txBox="1"/>
          <p:nvPr/>
        </p:nvSpPr>
        <p:spPr>
          <a:xfrm>
            <a:off x="0" y="1174021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14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உறைந்த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உறைந்த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மழையே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2F7A4-0634-FD81-AF3E-85EA9595D20C}"/>
              </a:ext>
            </a:extLst>
          </p:cNvPr>
          <p:cNvSpPr txBox="1"/>
          <p:nvPr/>
        </p:nvSpPr>
        <p:spPr>
          <a:xfrm>
            <a:off x="0" y="3560321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14.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Uraindha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Neere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Uraindha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Malaye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93840"/>
      </p:ext>
    </p:extLst>
  </p:cSld>
  <p:clrMapOvr>
    <a:masterClrMapping/>
  </p:clrMapOvr>
  <p:transition spd="slow">
    <p:strips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AD0F-A372-04E6-DBDC-803F7FCF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4B9E93-99D3-2894-6C31-ED1C34D70915}"/>
              </a:ext>
            </a:extLst>
          </p:cNvPr>
          <p:cNvSpPr txBox="1"/>
          <p:nvPr/>
        </p:nvSpPr>
        <p:spPr>
          <a:xfrm>
            <a:off x="0" y="1191812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15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இரவே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பகலே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BFE0E-F2CE-9BDB-A7F9-DFEB45D1DF0F}"/>
              </a:ext>
            </a:extLst>
          </p:cNvPr>
          <p:cNvSpPr txBox="1"/>
          <p:nvPr/>
        </p:nvSpPr>
        <p:spPr>
          <a:xfrm>
            <a:off x="0" y="354253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15.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Irave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7929585"/>
      </p:ext>
    </p:extLst>
  </p:cSld>
  <p:clrMapOvr>
    <a:masterClrMapping/>
  </p:clrMapOvr>
  <p:transition spd="slow"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78D8-27EC-97C4-22B3-ADE681A2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1E81C-A963-EE5C-5F65-CD0B119AF8E5}"/>
              </a:ext>
            </a:extLst>
          </p:cNvPr>
          <p:cNvSpPr txBox="1"/>
          <p:nvPr/>
        </p:nvSpPr>
        <p:spPr>
          <a:xfrm>
            <a:off x="0" y="112067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16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ஒளியே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இருளே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091A1-279E-D5CB-8AA9-B5158FE96E59}"/>
              </a:ext>
            </a:extLst>
          </p:cNvPr>
          <p:cNvSpPr txBox="1"/>
          <p:nvPr/>
        </p:nvSpPr>
        <p:spPr>
          <a:xfrm>
            <a:off x="0" y="3440227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16.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Oliye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Irule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518843"/>
      </p:ext>
    </p:extLst>
  </p:cSld>
  <p:clrMapOvr>
    <a:masterClrMapping/>
  </p:clrMapOvr>
  <p:transition spd="slow">
    <p:strips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3B02-73CC-3513-342A-9345C2D5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E014F5-6AF7-9365-C45D-8AF1231FF55E}"/>
              </a:ext>
            </a:extLst>
          </p:cNvPr>
          <p:cNvSpPr txBox="1"/>
          <p:nvPr/>
        </p:nvSpPr>
        <p:spPr>
          <a:xfrm>
            <a:off x="0" y="1050202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17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மின்னல்களே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மேகங்களே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94D9E-E91E-1B96-2D87-2E01458C7006}"/>
              </a:ext>
            </a:extLst>
          </p:cNvPr>
          <p:cNvSpPr txBox="1"/>
          <p:nvPr/>
        </p:nvSpPr>
        <p:spPr>
          <a:xfrm>
            <a:off x="0" y="349947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17.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Minalgale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Megangale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7341892"/>
      </p:ext>
    </p:extLst>
  </p:cSld>
  <p:clrMapOvr>
    <a:masterClrMapping/>
  </p:clrMapOvr>
  <p:transition spd="slow"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465A-41C0-508E-2B38-DA2E8A62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C72D7-20D9-5550-641D-1DDB7C2FF4C3}"/>
              </a:ext>
            </a:extLst>
          </p:cNvPr>
          <p:cNvSpPr txBox="1"/>
          <p:nvPr/>
        </p:nvSpPr>
        <p:spPr>
          <a:xfrm>
            <a:off x="0" y="461911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8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பூமியானது 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கர்த்தரைப் போற்றிப் புகழ்ந்து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துதிக்கக்கடவது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22B96-50EE-4B27-298C-535D5EAF7B8C}"/>
              </a:ext>
            </a:extLst>
          </p:cNvPr>
          <p:cNvSpPr txBox="1"/>
          <p:nvPr/>
        </p:nvSpPr>
        <p:spPr>
          <a:xfrm>
            <a:off x="0" y="3349101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18. Bumiyaanadhu 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</a:t>
            </a: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Thudhikakadavadhu.</a:t>
            </a:r>
          </a:p>
        </p:txBody>
      </p:sp>
    </p:spTree>
    <p:extLst>
      <p:ext uri="{BB962C8B-B14F-4D97-AF65-F5344CB8AC3E}">
        <p14:creationId xmlns:p14="http://schemas.microsoft.com/office/powerpoint/2010/main" val="259667882"/>
      </p:ext>
    </p:extLst>
  </p:cSld>
  <p:clrMapOvr>
    <a:masterClrMapping/>
  </p:clrMapOvr>
  <p:transition spd="slow"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7DB3-AA8C-F984-AAC0-98D60BF3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983AC3-7322-98CC-3E58-B76866BE56C6}"/>
              </a:ext>
            </a:extLst>
          </p:cNvPr>
          <p:cNvSpPr txBox="1"/>
          <p:nvPr/>
        </p:nvSpPr>
        <p:spPr>
          <a:xfrm>
            <a:off x="0" y="1101045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19.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மலைகளே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குன்றுகளே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931FA-91AB-A869-51FA-57D2F87DDA57}"/>
              </a:ext>
            </a:extLst>
          </p:cNvPr>
          <p:cNvSpPr txBox="1"/>
          <p:nvPr/>
        </p:nvSpPr>
        <p:spPr>
          <a:xfrm>
            <a:off x="0" y="364439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19.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Malaigale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Kundrukale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995600"/>
      </p:ext>
    </p:extLst>
  </p:cSld>
  <p:clrMapOvr>
    <a:masterClrMapping/>
  </p:clrMapOvr>
  <p:transition spd="slow">
    <p:strips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2C27-302C-4E43-55A4-CF59625A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C07AC-75A9-B607-8620-78E7644C05EA}"/>
              </a:ext>
            </a:extLst>
          </p:cNvPr>
          <p:cNvSpPr txBox="1"/>
          <p:nvPr/>
        </p:nvSpPr>
        <p:spPr>
          <a:xfrm>
            <a:off x="0" y="382012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20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பூமியில் முளைத்தெழும்பும் 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எல்லாத் தாவரங்களே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D21FF-054B-560F-8774-E70E27528B3D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20.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Boomiyil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Mulaithelumbum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Ella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Thaavarangale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6191605"/>
      </p:ext>
    </p:extLst>
  </p:cSld>
  <p:clrMapOvr>
    <a:masterClrMapping/>
  </p:clrMapOvr>
  <p:transition spd="slow">
    <p:strips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869C-E7F5-6A78-9C4F-AFC915D5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87B295-3F68-449A-1210-78142A7A0506}"/>
              </a:ext>
            </a:extLst>
          </p:cNvPr>
          <p:cNvSpPr txBox="1"/>
          <p:nvPr/>
        </p:nvSpPr>
        <p:spPr>
          <a:xfrm>
            <a:off x="0" y="1154185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21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நீரூற்றுகளே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364A5-71BE-ADD7-DE04-C5363D424C3A}"/>
              </a:ext>
            </a:extLst>
          </p:cNvPr>
          <p:cNvSpPr txBox="1"/>
          <p:nvPr/>
        </p:nvSpPr>
        <p:spPr>
          <a:xfrm>
            <a:off x="0" y="3508662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21.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Neerootrukale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potri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potri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avari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7340710"/>
      </p:ext>
    </p:extLst>
  </p:cSld>
  <p:clrMapOvr>
    <a:masterClrMapping/>
  </p:clrMapOvr>
  <p:transition spd="slow">
    <p:strips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DD94-D5B7-D3F2-6849-C8D2AB81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E80EBB-ED93-08AA-3989-EBF4FFC12E02}"/>
              </a:ext>
            </a:extLst>
          </p:cNvPr>
          <p:cNvSpPr txBox="1"/>
          <p:nvPr/>
        </p:nvSpPr>
        <p:spPr>
          <a:xfrm>
            <a:off x="0" y="1042803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22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சமுத்திரங்களே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நதிகளே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ABA8E-5509-B692-6921-5B11930617A6}"/>
              </a:ext>
            </a:extLst>
          </p:cNvPr>
          <p:cNvSpPr txBox="1"/>
          <p:nvPr/>
        </p:nvSpPr>
        <p:spPr>
          <a:xfrm>
            <a:off x="0" y="3506873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22.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Samuthrangale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Nadhigale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587670"/>
      </p:ext>
    </p:extLst>
  </p:cSld>
  <p:clrMapOvr>
    <a:masterClrMapping/>
  </p:clrMapOvr>
  <p:transition spd="slow"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8771-B2AE-0A9D-FD4E-8075D69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DEDC05-0B6C-809F-A857-AD0B1CE78D48}"/>
              </a:ext>
            </a:extLst>
          </p:cNvPr>
          <p:cNvSpPr txBox="1"/>
          <p:nvPr/>
        </p:nvSpPr>
        <p:spPr>
          <a:xfrm>
            <a:off x="0" y="527096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23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மகா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மச்சங்களே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நீர்வாழும்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சகல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ஜெந்துக்களே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52394-35C7-DD58-99D8-6F2BC2628E75}"/>
              </a:ext>
            </a:extLst>
          </p:cNvPr>
          <p:cNvSpPr txBox="1"/>
          <p:nvPr/>
        </p:nvSpPr>
        <p:spPr>
          <a:xfrm>
            <a:off x="0" y="333547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23. Maga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Machangale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Neervalum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Sagala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Jandhukale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2793019"/>
      </p:ext>
    </p:extLst>
  </p:cSld>
  <p:clrMapOvr>
    <a:masterClrMapping/>
  </p:clrMapOvr>
  <p:transition spd="slow">
    <p:strips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0932-08F8-F3F9-F54A-8CE721B3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98ABED-33A0-7612-E106-A09BB6CB6A12}"/>
              </a:ext>
            </a:extLst>
          </p:cNvPr>
          <p:cNvSpPr txBox="1"/>
          <p:nvPr/>
        </p:nvSpPr>
        <p:spPr>
          <a:xfrm>
            <a:off x="0" y="1053243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24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ஆகாயத்துச்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சகல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பறவைகளே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1E8B3-CAFC-5236-629A-E4003FF329FB}"/>
              </a:ext>
            </a:extLst>
          </p:cNvPr>
          <p:cNvSpPr txBox="1"/>
          <p:nvPr/>
        </p:nvSpPr>
        <p:spPr>
          <a:xfrm>
            <a:off x="0" y="3496433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24.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Aagaayathu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Sagala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Paravaigale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0769441"/>
      </p:ext>
    </p:extLst>
  </p:cSld>
  <p:clrMapOvr>
    <a:masterClrMapping/>
  </p:clrMapOvr>
  <p:transition spd="slow">
    <p:strips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C5F4A-9CBB-5D9C-C103-E3A54156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1FB53F-3677-132D-60FE-2534D240FB45}"/>
              </a:ext>
            </a:extLst>
          </p:cNvPr>
          <p:cNvSpPr txBox="1"/>
          <p:nvPr/>
        </p:nvSpPr>
        <p:spPr>
          <a:xfrm>
            <a:off x="0" y="521633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25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காட்டு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மிருகங்களே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நாட்டு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மிருகங்களே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DBC9-EDCC-A9D2-3DE7-5583CEC78FB4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25.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Kaatu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Mirugangale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Naatu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Mirugangale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790592"/>
      </p:ext>
    </p:extLst>
  </p:cSld>
  <p:clrMapOvr>
    <a:masterClrMapping/>
  </p:clrMapOvr>
  <p:transition spd="slow">
    <p:strips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3662-96B6-A6BD-7164-BF5BCA59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6A5B5C-B315-CB6C-1984-8DD4B7FE9493}"/>
              </a:ext>
            </a:extLst>
          </p:cNvPr>
          <p:cNvSpPr txBox="1"/>
          <p:nvPr/>
        </p:nvSpPr>
        <p:spPr>
          <a:xfrm>
            <a:off x="0" y="1197403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26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மனுமக்களே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E7CEF-72E4-BE3B-87D4-6B883FA7C240}"/>
              </a:ext>
            </a:extLst>
          </p:cNvPr>
          <p:cNvSpPr txBox="1"/>
          <p:nvPr/>
        </p:nvSpPr>
        <p:spPr>
          <a:xfrm>
            <a:off x="0" y="3536939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26.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Manumakkale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954135"/>
      </p:ext>
    </p:extLst>
  </p:cSld>
  <p:clrMapOvr>
    <a:masterClrMapping/>
  </p:clrMapOvr>
  <p:transition spd="slow">
    <p:strips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2217-6DD0-E47C-E3AC-3E346B6F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E9579D-8B1A-E887-2D83-5BD6A31EE6DB}"/>
              </a:ext>
            </a:extLst>
          </p:cNvPr>
          <p:cNvSpPr txBox="1"/>
          <p:nvPr/>
        </p:nvSpPr>
        <p:spPr>
          <a:xfrm>
            <a:off x="0" y="382012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27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இஸ்ரவேலர்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துதிக்கக்கடவர்கள்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1127A-1318-65D0-1009-31C4FCDED2DB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27.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Isravelar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Avarai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Thudhikakadavargal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5125438"/>
      </p:ext>
    </p:extLst>
  </p:cSld>
  <p:clrMapOvr>
    <a:masterClrMapping/>
  </p:clrMapOvr>
  <p:transition spd="slow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3C91-1BF1-96D6-27C8-2F611F3A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B77A7-C13A-DB15-41E1-D38F1E2FB3EE}"/>
              </a:ext>
            </a:extLst>
          </p:cNvPr>
          <p:cNvSpPr txBox="1"/>
          <p:nvPr/>
        </p:nvSpPr>
        <p:spPr>
          <a:xfrm>
            <a:off x="62144" y="112067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28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ஆசாரியர்களே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4BE5F-69FC-AE67-FA9B-B917F222AB1C}"/>
              </a:ext>
            </a:extLst>
          </p:cNvPr>
          <p:cNvSpPr txBox="1"/>
          <p:nvPr/>
        </p:nvSpPr>
        <p:spPr>
          <a:xfrm>
            <a:off x="0" y="342900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28.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Kartharudaya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Aasaaryargale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3280834"/>
      </p:ext>
    </p:extLst>
  </p:cSld>
  <p:clrMapOvr>
    <a:masterClrMapping/>
  </p:clrMapOvr>
  <p:transition spd="slow">
    <p:strips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FC78-2523-DB72-BA01-68FA86D8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ED7F7-B0D7-F76C-E725-A6D3D9819E72}"/>
              </a:ext>
            </a:extLst>
          </p:cNvPr>
          <p:cNvSpPr txBox="1"/>
          <p:nvPr/>
        </p:nvSpPr>
        <p:spPr>
          <a:xfrm>
            <a:off x="0" y="1075069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29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ஊழியக்காரரே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1D2D7-D717-C835-834F-D99CB8503622}"/>
              </a:ext>
            </a:extLst>
          </p:cNvPr>
          <p:cNvSpPr txBox="1"/>
          <p:nvPr/>
        </p:nvSpPr>
        <p:spPr>
          <a:xfrm>
            <a:off x="0" y="3566940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29. </a:t>
            </a:r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Kartharudaya</a:t>
            </a:r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Ooliyakaarare</a:t>
            </a:r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4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4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974236"/>
      </p:ext>
    </p:extLst>
  </p:cSld>
  <p:clrMapOvr>
    <a:masterClrMapping/>
  </p:clrMapOvr>
  <p:transition spd="slow">
    <p:strips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5ED2-4795-7DF0-B839-C766B11E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3CF42-19CD-D22A-EEDE-EF649BC09B07}"/>
              </a:ext>
            </a:extLst>
          </p:cNvPr>
          <p:cNvSpPr txBox="1"/>
          <p:nvPr/>
        </p:nvSpPr>
        <p:spPr>
          <a:xfrm>
            <a:off x="0" y="465775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30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நீதிமான்களின்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ஆவிகளே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ஆத்துமாக்களே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88CA4-9B68-FA89-8EDB-2975AC5B20B3}"/>
              </a:ext>
            </a:extLst>
          </p:cNvPr>
          <p:cNvSpPr txBox="1"/>
          <p:nvPr/>
        </p:nvSpPr>
        <p:spPr>
          <a:xfrm>
            <a:off x="-59267" y="334523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30.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Neethimaangalin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Aavigale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Aathumaakale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473947"/>
      </p:ext>
    </p:extLst>
  </p:cSld>
  <p:clrMapOvr>
    <a:masterClrMapping/>
  </p:clrMapOvr>
  <p:transition spd="slow">
    <p:strips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3207-0DB9-7B71-D372-A8047367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7BC8A1-3AA2-E397-26B5-9DAD04536EAA}"/>
              </a:ext>
            </a:extLst>
          </p:cNvPr>
          <p:cNvSpPr txBox="1"/>
          <p:nvPr/>
        </p:nvSpPr>
        <p:spPr>
          <a:xfrm>
            <a:off x="0" y="481925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31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பரிசுத்தமும்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தாழ்மையுள்ள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இருதயமுடைய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மனிதர்களே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DF2BB-DDC5-FC0B-CE94-6EABADF4AB82}"/>
              </a:ext>
            </a:extLst>
          </p:cNvPr>
          <p:cNvSpPr txBox="1"/>
          <p:nvPr/>
        </p:nvSpPr>
        <p:spPr>
          <a:xfrm>
            <a:off x="0" y="332908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31.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Parisuthamum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Thaalmayumula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Irudhayamudaya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Manidhargale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946769"/>
      </p:ext>
    </p:extLst>
  </p:cSld>
  <p:clrMapOvr>
    <a:masterClrMapping/>
  </p:clrMapOvr>
  <p:transition spd="slow">
    <p:strips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3EE2-3C86-1E74-13F0-D042679D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D41226-0F72-7BB1-013D-4D00E1BFC5E7}"/>
              </a:ext>
            </a:extLst>
          </p:cNvPr>
          <p:cNvSpPr txBox="1"/>
          <p:nvPr/>
        </p:nvSpPr>
        <p:spPr>
          <a:xfrm>
            <a:off x="0" y="448673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32</a:t>
            </a:r>
            <a:r>
              <a:rPr lang="ta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  <a:r>
              <a:rPr lang="en-IN" sz="44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அனனியாவே, அசரியாவே,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மிகாவேலே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கர்த்தரை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போற்றி,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போற்றிப்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புகழ்ந்து</a:t>
            </a:r>
          </a:p>
          <a:p>
            <a:pPr algn="ctr"/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என்றென்றைக்கும்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அவரைத்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துதியுங்கள்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A8536-2F7B-721D-61FB-67550F13F10D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32.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Ananiyaave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Asariyaave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,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Migaavele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Kartharai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Potri, Potri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Pugalndhu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Endrendraikum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Avari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Thuthiyungal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111344"/>
      </p:ext>
    </p:extLst>
  </p:cSld>
  <p:clrMapOvr>
    <a:masterClrMapping/>
  </p:clrMapOvr>
  <p:transition spd="slow">
    <p:strips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17C2-F71A-E0E2-AF37-614EC77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711EDF-707C-A55E-8DF3-132C48589C7E}"/>
              </a:ext>
            </a:extLst>
          </p:cNvPr>
          <p:cNvSpPr txBox="1"/>
          <p:nvPr/>
        </p:nvSpPr>
        <p:spPr>
          <a:xfrm>
            <a:off x="0" y="387206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பிதாவுக்கும்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குமாரனுக்கும்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பரிசுத்த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ஆவிக்கும்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மகிமையுண்டாவதாக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endParaRPr lang="ta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F7270-B555-2706-BF52-A2E853F4BA0C}"/>
              </a:ext>
            </a:extLst>
          </p:cNvPr>
          <p:cNvSpPr txBox="1"/>
          <p:nvPr/>
        </p:nvSpPr>
        <p:spPr>
          <a:xfrm>
            <a:off x="0" y="3300695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Pithavukum</a:t>
            </a:r>
            <a:endParaRPr lang="en-IN" sz="50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Kumaaranukum</a:t>
            </a:r>
            <a:endParaRPr lang="en-IN" sz="50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Parisutha</a:t>
            </a:r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Aavikum</a:t>
            </a:r>
            <a:endParaRPr lang="en-IN" sz="50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50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Magimayundaavadhaaga</a:t>
            </a:r>
            <a:r>
              <a:rPr lang="en-IN" sz="50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96258189"/>
      </p:ext>
    </p:extLst>
  </p:cSld>
  <p:clrMapOvr>
    <a:masterClrMapping/>
  </p:clrMapOvr>
  <p:transition spd="slow">
    <p:strips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79E1-076E-05D4-B8AD-F6C0110D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568B1-E574-B65A-F892-9826943B5A27}"/>
              </a:ext>
            </a:extLst>
          </p:cNvPr>
          <p:cNvSpPr txBox="1"/>
          <p:nvPr/>
        </p:nvSpPr>
        <p:spPr>
          <a:xfrm>
            <a:off x="0" y="382012"/>
            <a:ext cx="12192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ஆதியிலும்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இப்பொழுதும்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எப்பொழுதுமான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சதாகாலங்களிலும்</a:t>
            </a:r>
            <a: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br>
              <a:rPr lang="ta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மகிமையுண்டாவதாக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 </a:t>
            </a:r>
            <a:r>
              <a:rPr lang="ta-IN" sz="4400" dirty="0" err="1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ஆமென்</a:t>
            </a:r>
            <a:r>
              <a:rPr lang="en-IN" sz="4400" dirty="0">
                <a:ln>
                  <a:solidFill>
                    <a:schemeClr val="tx1"/>
                  </a:solidFill>
                </a:ln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ta-IN" sz="4400" dirty="0">
              <a:ln>
                <a:solidFill>
                  <a:schemeClr val="tx1"/>
                </a:solidFill>
              </a:ln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52D0A-EE7F-185F-10AC-8FF995C2C08D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Aadhiyilum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Ippoludhum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Eppoludhumaana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Sadhakalangalilum</a:t>
            </a:r>
            <a:endParaRPr lang="en-IN" sz="4800" b="1" dirty="0">
              <a:ln>
                <a:solidFill>
                  <a:schemeClr val="tx1"/>
                </a:solidFill>
              </a:ln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Magimayundaavadhaaga</a:t>
            </a:r>
            <a:r>
              <a:rPr lang="en-IN" sz="4800" b="1" dirty="0">
                <a:ln>
                  <a:solidFill>
                    <a:schemeClr val="tx1"/>
                  </a:solidFill>
                </a:ln>
                <a:latin typeface="Playfair Display" panose="00000500000000000000" pitchFamily="2" charset="0"/>
                <a:cs typeface="Uni Ila.Sundaram-02" panose="00000400000000000000" pitchFamily="2" charset="0"/>
              </a:rPr>
              <a:t>. Aamen.</a:t>
            </a:r>
          </a:p>
        </p:txBody>
      </p:sp>
    </p:spTree>
    <p:extLst>
      <p:ext uri="{BB962C8B-B14F-4D97-AF65-F5344CB8AC3E}">
        <p14:creationId xmlns:p14="http://schemas.microsoft.com/office/powerpoint/2010/main" val="868237163"/>
      </p:ext>
    </p:extLst>
  </p:cSld>
  <p:clrMapOvr>
    <a:masterClrMapping/>
  </p:clrMapOvr>
  <p:transition spd="slow">
    <p:strips dir="r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1408</TotalTime>
  <Words>985</Words>
  <Application>Microsoft Office PowerPoint</Application>
  <PresentationFormat>Widescreen</PresentationFormat>
  <Paragraphs>215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Bookman Old Style</vt:lpstr>
      <vt:lpstr>Calibri</vt:lpstr>
      <vt:lpstr>Playfair Display</vt:lpstr>
      <vt:lpstr>Rockwell</vt:lpstr>
      <vt:lpstr>Uni Ila.Sundaram-02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189</cp:revision>
  <dcterms:created xsi:type="dcterms:W3CDTF">2024-08-31T12:08:39Z</dcterms:created>
  <dcterms:modified xsi:type="dcterms:W3CDTF">2026-07-04T10:17:04Z</dcterms:modified>
</cp:coreProperties>
</file>