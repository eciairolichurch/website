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576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160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760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196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066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544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966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219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611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09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624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6240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432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290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973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425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483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641E15E-E7CE-449B-A925-081FFCB666B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7C1D5B7-1EF2-47ED-BEE1-7ECA2BF25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374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F8C108-66E4-766F-1C2B-577CBABD0749}"/>
              </a:ext>
            </a:extLst>
          </p:cNvPr>
          <p:cNvSpPr txBox="1"/>
          <p:nvPr/>
        </p:nvSpPr>
        <p:spPr>
          <a:xfrm>
            <a:off x="4921640" y="1252249"/>
            <a:ext cx="23952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a-IN" sz="4800" b="1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பாடல்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4F038-E372-74B1-0413-B7D347823D16}"/>
              </a:ext>
            </a:extLst>
          </p:cNvPr>
          <p:cNvSpPr txBox="1"/>
          <p:nvPr/>
        </p:nvSpPr>
        <p:spPr>
          <a:xfrm>
            <a:off x="5314375" y="3694437"/>
            <a:ext cx="16097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b="1" dirty="0">
                <a:latin typeface="Playfair Display" panose="00000500000000000000" pitchFamily="2" charset="0"/>
              </a:rPr>
              <a:t>Song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C399EB-0A52-5C5A-1A21-92A5915622E7}"/>
              </a:ext>
            </a:extLst>
          </p:cNvPr>
          <p:cNvSpPr txBox="1"/>
          <p:nvPr/>
        </p:nvSpPr>
        <p:spPr>
          <a:xfrm>
            <a:off x="2140430" y="2100178"/>
            <a:ext cx="79111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a-IN" sz="4800" b="1" dirty="0">
                <a:latin typeface="BAMINI-Tamil25" pitchFamily="2" charset="0"/>
              </a:rPr>
              <a:t>சத்தாய் நிஷ்களமாய் </a:t>
            </a:r>
            <a:endParaRPr lang="en-IN" sz="4800" b="1" dirty="0">
              <a:latin typeface="BAMINI-Tamil25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4B77B-ABF0-5DAD-17DD-E9C9B744042B}"/>
              </a:ext>
            </a:extLst>
          </p:cNvPr>
          <p:cNvSpPr txBox="1"/>
          <p:nvPr/>
        </p:nvSpPr>
        <p:spPr>
          <a:xfrm>
            <a:off x="2505113" y="4458500"/>
            <a:ext cx="7181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dirty="0" err="1">
                <a:latin typeface="Playfair Display" panose="00000500000000000000" pitchFamily="2" charset="0"/>
              </a:rPr>
              <a:t>Saththai</a:t>
            </a:r>
            <a:r>
              <a:rPr lang="en-IN" sz="5400" b="1" dirty="0">
                <a:latin typeface="Playfair Display" panose="00000500000000000000" pitchFamily="2" charset="0"/>
              </a:rPr>
              <a:t> </a:t>
            </a:r>
            <a:r>
              <a:rPr lang="en-IN" sz="5400" b="1" dirty="0" err="1">
                <a:latin typeface="Playfair Display" panose="00000500000000000000" pitchFamily="2" charset="0"/>
              </a:rPr>
              <a:t>Nishkalamai</a:t>
            </a:r>
            <a:r>
              <a:rPr lang="en-IN" sz="5400" b="1" dirty="0">
                <a:latin typeface="Playfair Display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9810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24B9-985F-0FC2-3EC3-77F153D6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6A1516-B0FA-8D18-E055-7487EF584845}"/>
              </a:ext>
            </a:extLst>
          </p:cNvPr>
          <p:cNvSpPr txBox="1"/>
          <p:nvPr/>
        </p:nvSpPr>
        <p:spPr>
          <a:xfrm>
            <a:off x="120646" y="941759"/>
            <a:ext cx="1195070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3000" b="1" dirty="0">
                <a:latin typeface="AkrutiTml2" pitchFamily="2" charset="0"/>
              </a:rPr>
              <a:t>சத்தாய் நிஷ்களமாய் ஒருசாமியமும் இலதாய்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சித்தாய் ஆனந்தமாய்த் திகழ்கின்ற திரித்துவமே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எத்தால் நாயடியேன் கடைத்தேறுவன் என்பவந்தீர்ந்து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அத்தா உன்னையல்லால் எனக்கார்துணை யாருறவே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62547-4C25-3096-5CBB-77D53B2D9553}"/>
              </a:ext>
            </a:extLst>
          </p:cNvPr>
          <p:cNvSpPr txBox="1"/>
          <p:nvPr/>
        </p:nvSpPr>
        <p:spPr>
          <a:xfrm>
            <a:off x="9238" y="3607917"/>
            <a:ext cx="1217352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Saththai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Nishkalamai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Oru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Saamiyamum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Ilathaai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Siththai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Aanandhamaai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Thigazgindra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Thiriththuvamae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Eththaal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Naayaadiyen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Kadaithaeruvan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Enbavanthirndhu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Aththaa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Unnaiyallaal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Enakkaarthunai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Yaaruravae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475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9B70-87D9-454F-9D53-32FF7A6A2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25316-3097-E215-A2A6-7827D67EFA36}"/>
              </a:ext>
            </a:extLst>
          </p:cNvPr>
          <p:cNvSpPr txBox="1"/>
          <p:nvPr/>
        </p:nvSpPr>
        <p:spPr>
          <a:xfrm>
            <a:off x="182361" y="941759"/>
            <a:ext cx="1182727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3000" b="1" dirty="0">
                <a:latin typeface="AkrutiTml2" pitchFamily="2" charset="0"/>
              </a:rPr>
              <a:t>எம்மா விக்குருகி உயிரீந்து புரந்ததற்கோர்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கைம்மாறுண்டுகொலோ கடைகாறுங் கையடையாய்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சும்மாரட்சணை செய் சொல்சுதந்தரம் யாதுமிலேன்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அம்மான் உன்னையல்லால் எனக்கார்துணை </a:t>
            </a:r>
            <a:endParaRPr lang="en-IN" sz="3000" b="1" dirty="0">
              <a:latin typeface="AkrutiTml2" pitchFamily="2" charset="0"/>
            </a:endParaRPr>
          </a:p>
          <a:p>
            <a:pPr algn="ctr"/>
            <a:r>
              <a:rPr lang="ta-IN" sz="3000" b="1" dirty="0">
                <a:latin typeface="AkrutiTml2" pitchFamily="2" charset="0"/>
              </a:rPr>
              <a:t>யாருறவே</a:t>
            </a:r>
          </a:p>
          <a:p>
            <a:pPr algn="ctr"/>
            <a:endParaRPr lang="ta-IN" sz="3000" b="1" dirty="0">
              <a:latin typeface="AkrutiTml2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2FB2E-FF39-1554-582C-1482B272494A}"/>
              </a:ext>
            </a:extLst>
          </p:cNvPr>
          <p:cNvSpPr txBox="1"/>
          <p:nvPr/>
        </p:nvSpPr>
        <p:spPr>
          <a:xfrm>
            <a:off x="-108583" y="3607917"/>
            <a:ext cx="1240916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⁠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Emmaa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Vikkurugi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Uyireendhu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Purandhadharkor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Kaimmaarundukolo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Kadaikavarum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Kaiyadaiyaai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Summaa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ratchanai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Sei Sol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Sudhandharam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Yaadhum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ilaen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Ammaan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Unnaiy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allaal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Enakk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aar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thunai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Yaar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uravae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1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03922-12B4-3EFF-938C-A91B7806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A80AC0-7F00-3731-67A0-C6DD81528CB8}"/>
              </a:ext>
            </a:extLst>
          </p:cNvPr>
          <p:cNvSpPr txBox="1"/>
          <p:nvPr/>
        </p:nvSpPr>
        <p:spPr>
          <a:xfrm>
            <a:off x="165530" y="941759"/>
            <a:ext cx="1186093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3000" b="1" dirty="0">
                <a:latin typeface="AkrutiTml2" pitchFamily="2" charset="0"/>
              </a:rPr>
              <a:t>திரைசேர் வெம்பவமாம் கடல்முழ்கிய தீயரெமைக்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கரைசேர்த் துய்க்க வென்றே புணையாயினை </a:t>
            </a:r>
            <a:endParaRPr lang="en-IN" sz="3000" b="1" dirty="0">
              <a:latin typeface="AkrutiTml2" pitchFamily="2" charset="0"/>
            </a:endParaRPr>
          </a:p>
          <a:p>
            <a:pPr algn="ctr"/>
            <a:r>
              <a:rPr lang="ta-IN" sz="3000" b="1" dirty="0">
                <a:latin typeface="AkrutiTml2" pitchFamily="2" charset="0"/>
              </a:rPr>
              <a:t>கண்னிலியான்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பரசேன் பற்றுகிலேன் என்னைப்பற்றிய பற்றுவிடாய்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அரசே உன்னையல்லால் எனக்கார்துணை யாருறவே</a:t>
            </a:r>
          </a:p>
          <a:p>
            <a:pPr algn="ctr"/>
            <a:endParaRPr lang="ta-IN" sz="3000" b="1" dirty="0">
              <a:latin typeface="AkrutiTml2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C32654-2169-0348-9AD3-108FF0015A46}"/>
              </a:ext>
            </a:extLst>
          </p:cNvPr>
          <p:cNvSpPr txBox="1"/>
          <p:nvPr/>
        </p:nvSpPr>
        <p:spPr>
          <a:xfrm>
            <a:off x="-25227" y="3607917"/>
            <a:ext cx="1224245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⁠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Thiraiser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Vempavamaam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Kadalmulgiya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Theeyar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emmai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Karaiserdh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Thuykka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Vendrae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Punai-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aayinai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Kanniliyaan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Parasen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Patrukilaen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Ennaipattriya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Pattru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Vidaai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Arasae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Unnaiy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allaal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Enakkaarthunai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Yaar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uravae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429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03EE0-835A-969B-FF2E-15F2F163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ADD06D-BD73-3F2B-F534-DC3AD946FCAF}"/>
              </a:ext>
            </a:extLst>
          </p:cNvPr>
          <p:cNvSpPr txBox="1"/>
          <p:nvPr/>
        </p:nvSpPr>
        <p:spPr>
          <a:xfrm>
            <a:off x="193582" y="941759"/>
            <a:ext cx="1180483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3000" b="1" dirty="0">
                <a:latin typeface="AkrutiTml2" pitchFamily="2" charset="0"/>
              </a:rPr>
              <a:t>தாயே தந்தை தமர் குருசம்பத்து நட்பெவையும்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நீயே எம்பொருமான் கதிவேறிலை நிண்ணயங்காண்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ஏயே என்றிகழும் உலகோடெனக் கென்னுரிமை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ஆயே உன்னையல்லால் எனக்கார்துணை யாருறவே</a:t>
            </a:r>
          </a:p>
          <a:p>
            <a:pPr algn="ctr"/>
            <a:endParaRPr lang="ta-IN" sz="3000" b="1" dirty="0">
              <a:latin typeface="AkrutiTml2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DB56B-9CCB-047E-F1E0-19061BF9B9FD}"/>
              </a:ext>
            </a:extLst>
          </p:cNvPr>
          <p:cNvSpPr txBox="1"/>
          <p:nvPr/>
        </p:nvSpPr>
        <p:spPr>
          <a:xfrm>
            <a:off x="-66104" y="3607917"/>
            <a:ext cx="1232420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Thaayae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Thandhai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Thamar Guru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Sambathu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Natpevaiyum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Neeyae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Emperumaan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Kathi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vaer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ilai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Ninnaiyangaan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Eae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yae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Endhrigalum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Ulagu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odenaak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ennurimai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Aayae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Unnaiyallaal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Enakkaarthunai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Yaaruravae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027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30FB0-B6DE-FD97-2847-980C84A7A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44A13-3818-ED0E-B750-C12E7FE40A88}"/>
              </a:ext>
            </a:extLst>
          </p:cNvPr>
          <p:cNvSpPr txBox="1"/>
          <p:nvPr/>
        </p:nvSpPr>
        <p:spPr>
          <a:xfrm>
            <a:off x="131867" y="387761"/>
            <a:ext cx="11928265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3000" b="1" dirty="0">
                <a:latin typeface="AkrutiTml2" pitchFamily="2" charset="0"/>
              </a:rPr>
              <a:t>பித்தேறிச் சுழலும் ஜெகப்பேய்பிடித் துப்பவதே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செத்தேன் உன்னருளால் பிழைத்தேன்மறு </a:t>
            </a:r>
            <a:endParaRPr lang="en-IN" sz="3000" b="1" dirty="0">
              <a:latin typeface="AkrutiTml2" pitchFamily="2" charset="0"/>
            </a:endParaRPr>
          </a:p>
          <a:p>
            <a:pPr algn="ctr"/>
            <a:r>
              <a:rPr lang="ta-IN" sz="3000" b="1" dirty="0">
                <a:latin typeface="AkrutiTml2" pitchFamily="2" charset="0"/>
              </a:rPr>
              <a:t>ஜென்மம தாய்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எத்தோ ஷங்களையும் பொறுத்தென்றும்</a:t>
            </a:r>
            <a:endParaRPr lang="en-IN" sz="3000" b="1" dirty="0">
              <a:latin typeface="AkrutiTml2" pitchFamily="2" charset="0"/>
            </a:endParaRPr>
          </a:p>
          <a:p>
            <a:pPr algn="ctr"/>
            <a:r>
              <a:rPr lang="ta-IN" sz="3000" b="1" dirty="0">
                <a:latin typeface="AkrutiTml2" pitchFamily="2" charset="0"/>
              </a:rPr>
              <a:t> இரங்குகவென்று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அத்தா உன்னையல்லால் எனக்கார்துணை யாருறவே</a:t>
            </a:r>
          </a:p>
          <a:p>
            <a:pPr algn="ctr"/>
            <a:endParaRPr lang="ta-IN" sz="3000" b="1" dirty="0">
              <a:latin typeface="AkrutiTml2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B1C41-DDE1-7DC3-C8F9-4FAC350F7E41}"/>
              </a:ext>
            </a:extLst>
          </p:cNvPr>
          <p:cNvSpPr txBox="1"/>
          <p:nvPr/>
        </p:nvSpPr>
        <p:spPr>
          <a:xfrm>
            <a:off x="406782" y="3607917"/>
            <a:ext cx="1137843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⁠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Piththeri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Chuzhalum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Jega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paeipidith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Thuppavathae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Seththaen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Unnarulaal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Pizhaiththaen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Maru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Jenmam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Adhaai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Eththosangalaiyum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Poruththendrum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Irangukavenru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Aththaa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Unnaiyallaal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Enakkaarthunai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Yaaruravae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367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6A1AA-E125-C446-1FE1-6444B226E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71256-7A9D-2F17-5CEE-DF4969FE1686}"/>
              </a:ext>
            </a:extLst>
          </p:cNvPr>
          <p:cNvSpPr txBox="1"/>
          <p:nvPr/>
        </p:nvSpPr>
        <p:spPr>
          <a:xfrm>
            <a:off x="-94958" y="941759"/>
            <a:ext cx="12381916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3000" b="1" dirty="0">
                <a:latin typeface="AkrutiTml2" pitchFamily="2" charset="0"/>
              </a:rPr>
              <a:t>துப்பார் சிந்தையிலேன் மறைந்தீட்டிய தொல்வினையும்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தப்பா தேவெளியாநடுநாளெனைத் தாங்கிக்கொள்ள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இப்பா ருய்யவென்றே மனுக்கோலமெ டுத்த எங்கள்</a:t>
            </a:r>
          </a:p>
          <a:p>
            <a:pPr algn="ctr"/>
            <a:r>
              <a:rPr lang="ta-IN" sz="3000" b="1" dirty="0">
                <a:latin typeface="AkrutiTml2" pitchFamily="2" charset="0"/>
              </a:rPr>
              <a:t>அப்பா உன்னையல்லால் எனக்கார்துணை யாருறவே</a:t>
            </a:r>
          </a:p>
          <a:p>
            <a:pPr algn="ctr"/>
            <a:endParaRPr lang="ta-IN" sz="3000" b="1" dirty="0">
              <a:latin typeface="AkrutiTml2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40588-738C-49F8-DD48-D521CF0F21FD}"/>
              </a:ext>
            </a:extLst>
          </p:cNvPr>
          <p:cNvSpPr txBox="1"/>
          <p:nvPr/>
        </p:nvSpPr>
        <p:spPr>
          <a:xfrm>
            <a:off x="73357" y="3607917"/>
            <a:ext cx="1204528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Thuppaar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Sindhaiyilaen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Maraindheettiya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Tholvinaiyum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Thappaa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Thevveliya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nadunaal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Enai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Thaangikkolla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Ippaar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Uyyavendrae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Manukkolamaeduttha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Engal</a:t>
            </a:r>
          </a:p>
          <a:p>
            <a:pPr algn="ctr"/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Appaa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Unnaiyallaal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Enakkaarthunai</a:t>
            </a:r>
            <a:r>
              <a:rPr lang="en-IN" sz="3600" b="1" dirty="0">
                <a:latin typeface="Playfair Display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IN" sz="3600" b="1" dirty="0" err="1">
                <a:latin typeface="Playfair Display" panose="00000500000000000000" pitchFamily="2" charset="0"/>
                <a:cs typeface="Times New Roman" panose="02020603050405020304" pitchFamily="18" charset="0"/>
              </a:rPr>
              <a:t>Yaaruravae</a:t>
            </a:r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latin typeface="Playfair Display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713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4551"/>
      </a:dk2>
      <a:lt2>
        <a:srgbClr val="F2ACD2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3016C5A4-E631-4977-A608-ACFB475526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8</TotalTime>
  <Words>225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AkrutiTml2</vt:lpstr>
      <vt:lpstr>Arial</vt:lpstr>
      <vt:lpstr>BAMINI-Tamil25</vt:lpstr>
      <vt:lpstr>Corbel</vt:lpstr>
      <vt:lpstr>Playfair Display</vt:lpstr>
      <vt:lpstr>Uni Ila.Sundaram-02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Nadar</dc:creator>
  <cp:lastModifiedBy>Prince Nadar</cp:lastModifiedBy>
  <cp:revision>2</cp:revision>
  <dcterms:created xsi:type="dcterms:W3CDTF">2026-01-24T11:16:23Z</dcterms:created>
  <dcterms:modified xsi:type="dcterms:W3CDTF">2026-01-24T11:25:07Z</dcterms:modified>
</cp:coreProperties>
</file>