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2" r:id="rId10"/>
    <p:sldId id="264" r:id="rId11"/>
    <p:sldId id="269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30521"/>
      </p:ext>
    </p:extLst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0772"/>
      </p:ext>
    </p:extLst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220259"/>
      </p:ext>
    </p:extLst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809800"/>
      </p:ext>
    </p:extLst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699447"/>
      </p:ext>
    </p:extLst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152931"/>
      </p:ext>
    </p:extLst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173121"/>
      </p:ext>
    </p:extLst>
  </p:cSld>
  <p:clrMapOvr>
    <a:masterClrMapping/>
  </p:clrMapOvr>
  <p:transition spd="slow"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515358"/>
      </p:ext>
    </p:extLst>
  </p:cSld>
  <p:clrMapOvr>
    <a:masterClrMapping/>
  </p:clrMapOvr>
  <p:transition spd="slow"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252969"/>
      </p:ext>
    </p:extLst>
  </p:cSld>
  <p:clrMapOvr>
    <a:masterClrMapping/>
  </p:clrMapOvr>
  <p:transition spd="slow"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853591"/>
      </p:ext>
    </p:extLst>
  </p:cSld>
  <p:clrMapOvr>
    <a:masterClrMapping/>
  </p:clrMapOvr>
  <p:transition spd="slow"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462799"/>
      </p:ext>
    </p:extLst>
  </p:cSld>
  <p:clrMapOvr>
    <a:masterClrMapping/>
  </p:clrMapOvr>
  <p:transition spd="slow"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22158"/>
      </p:ext>
    </p:extLst>
  </p:cSld>
  <p:clrMapOvr>
    <a:masterClrMapping/>
  </p:clrMapOvr>
  <p:transition spd="slow"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660298"/>
      </p:ext>
    </p:extLst>
  </p:cSld>
  <p:clrMapOvr>
    <a:masterClrMapping/>
  </p:clrMapOvr>
  <p:transition spd="slow"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557911"/>
      </p:ext>
    </p:extLst>
  </p:cSld>
  <p:clrMapOvr>
    <a:masterClrMapping/>
  </p:clrMapOvr>
  <p:transition spd="slow"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44259"/>
      </p:ext>
    </p:extLst>
  </p:cSld>
  <p:clrMapOvr>
    <a:masterClrMapping/>
  </p:clrMapOvr>
  <p:transition spd="slow"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868178"/>
      </p:ext>
    </p:extLst>
  </p:cSld>
  <p:clrMapOvr>
    <a:masterClrMapping/>
  </p:clrMapOvr>
  <p:transition spd="slow"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39391"/>
      </p:ext>
    </p:extLst>
  </p:cSld>
  <p:clrMapOvr>
    <a:masterClrMapping/>
  </p:clrMapOvr>
  <p:transition spd="slow"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097A-08BF-43CA-97AC-E632B0740FC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EF239-24FD-46A6-8E96-2DCD2E5B3C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43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strips dir="rd"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EF4046-27EA-A34A-E745-08A1CB9C5EC5}"/>
              </a:ext>
            </a:extLst>
          </p:cNvPr>
          <p:cNvSpPr txBox="1"/>
          <p:nvPr/>
        </p:nvSpPr>
        <p:spPr>
          <a:xfrm>
            <a:off x="5233423" y="1400769"/>
            <a:ext cx="1725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a-IN" sz="5400" dirty="0">
                <a:ln>
                  <a:solidFill>
                    <a:schemeClr val="tx1"/>
                  </a:solidFill>
                </a:ln>
                <a:latin typeface="Uni Ila.Sundaram-05" panose="00000400000000000000" pitchFamily="2" charset="0"/>
                <a:cs typeface="Uni Ila.Sundaram-05" panose="00000400000000000000" pitchFamily="2" charset="0"/>
              </a:rPr>
              <a:t>பாடல்</a:t>
            </a:r>
            <a:endParaRPr lang="en-IN" sz="4800" b="1" dirty="0">
              <a:latin typeface="Playfair Display" panose="00000500000000000000" pitchFamily="2" charset="0"/>
              <a:cs typeface="Uni Ila.Sundaram-08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65680-32BD-3526-8ECF-93F88276784B}"/>
              </a:ext>
            </a:extLst>
          </p:cNvPr>
          <p:cNvSpPr txBox="1"/>
          <p:nvPr/>
        </p:nvSpPr>
        <p:spPr>
          <a:xfrm>
            <a:off x="5291131" y="3429000"/>
            <a:ext cx="16097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>
                <a:latin typeface="Playfair Display" panose="00000500000000000000" pitchFamily="2" charset="0"/>
              </a:rPr>
              <a:t>Song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99027-6990-B9E9-7596-4DFFAFAA09D7}"/>
              </a:ext>
            </a:extLst>
          </p:cNvPr>
          <p:cNvSpPr txBox="1"/>
          <p:nvPr/>
        </p:nvSpPr>
        <p:spPr>
          <a:xfrm>
            <a:off x="4469593" y="2324099"/>
            <a:ext cx="3252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எபிநேசரே</a:t>
            </a:r>
            <a:endParaRPr lang="en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7B25E-16BC-E131-00F2-BB34242BB810}"/>
              </a:ext>
            </a:extLst>
          </p:cNvPr>
          <p:cNvSpPr txBox="1"/>
          <p:nvPr/>
        </p:nvSpPr>
        <p:spPr>
          <a:xfrm>
            <a:off x="4229143" y="4322234"/>
            <a:ext cx="37337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 err="1">
                <a:latin typeface="Playfair Display" panose="00000500000000000000" pitchFamily="2" charset="0"/>
              </a:rPr>
              <a:t>Ebinesarae</a:t>
            </a:r>
            <a:endParaRPr lang="en-IN" sz="54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38960"/>
      </p:ext>
    </p:extLst>
  </p:cSld>
  <p:clrMapOvr>
    <a:masterClrMapping/>
  </p:clrMapOvr>
  <p:transition spd="slow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DC40-816E-A3A2-C266-ADAB815E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B80E8-8B90-C3FC-2CC3-11C0C73113B6}"/>
              </a:ext>
            </a:extLst>
          </p:cNvPr>
          <p:cNvSpPr txBox="1"/>
          <p:nvPr/>
        </p:nvSpPr>
        <p:spPr>
          <a:xfrm>
            <a:off x="2681442" y="502574"/>
            <a:ext cx="682911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நானும் என் </a:t>
            </a:r>
            <a:endParaRPr lang="en-US" sz="4400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வீடும்என் வீட்டார்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அனைவரும் ஓயாமல்</a:t>
            </a:r>
            <a:endParaRPr lang="en-US" sz="4400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நன்றி சொல்வோம்</a:t>
            </a:r>
            <a:r>
              <a:rPr lang="en-US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</a:t>
            </a:r>
            <a:r>
              <a:rPr lang="en-US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(2)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1B3DD-AE39-3242-A94C-BC6C8C5F4AE0}"/>
              </a:ext>
            </a:extLst>
          </p:cNvPr>
          <p:cNvSpPr txBox="1"/>
          <p:nvPr/>
        </p:nvSpPr>
        <p:spPr>
          <a:xfrm>
            <a:off x="3028493" y="3303341"/>
            <a:ext cx="613501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Naanum</a:t>
            </a:r>
            <a:r>
              <a:rPr lang="en-IN" sz="4800" b="1" dirty="0">
                <a:latin typeface="Playfair Display" panose="00000500000000000000" pitchFamily="2" charset="0"/>
              </a:rPr>
              <a:t> En </a:t>
            </a: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Veedum En </a:t>
            </a:r>
            <a:r>
              <a:rPr lang="en-IN" sz="4800" b="1" dirty="0" err="1">
                <a:latin typeface="Playfair Display" panose="00000500000000000000" pitchFamily="2" charset="0"/>
              </a:rPr>
              <a:t>Veettaar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Anaivarum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Oyaamal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Solvoam</a:t>
            </a:r>
            <a:r>
              <a:rPr lang="en-IN" sz="4800" b="1" dirty="0">
                <a:latin typeface="Playfair Display" panose="00000500000000000000" pitchFamily="2" charset="0"/>
              </a:rPr>
              <a:t> - (2)</a:t>
            </a:r>
          </a:p>
        </p:txBody>
      </p:sp>
    </p:spTree>
    <p:extLst>
      <p:ext uri="{BB962C8B-B14F-4D97-AF65-F5344CB8AC3E}">
        <p14:creationId xmlns:p14="http://schemas.microsoft.com/office/powerpoint/2010/main" val="3620045594"/>
      </p:ext>
    </p:extLst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0811-AAA0-E228-7628-ECDAACE9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A1863-2549-AE2C-2E8F-398BCDF1D775}"/>
              </a:ext>
            </a:extLst>
          </p:cNvPr>
          <p:cNvSpPr txBox="1"/>
          <p:nvPr/>
        </p:nvSpPr>
        <p:spPr>
          <a:xfrm>
            <a:off x="3145512" y="502574"/>
            <a:ext cx="59009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ஒரு கரு போல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காத்தீரே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என்னை சிதையாமல்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சுமந்தீரே நன்றி</a:t>
            </a:r>
            <a:r>
              <a:rPr lang="en-US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</a:t>
            </a:r>
            <a:r>
              <a:rPr lang="en-US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(2)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57A59-9781-8ED7-D407-086323AC92A1}"/>
              </a:ext>
            </a:extLst>
          </p:cNvPr>
          <p:cNvSpPr txBox="1"/>
          <p:nvPr/>
        </p:nvSpPr>
        <p:spPr>
          <a:xfrm>
            <a:off x="2368857" y="3303341"/>
            <a:ext cx="745428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Oru Karu Pola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Kaaththirae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Ennai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Sithaiyaamal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- (2)</a:t>
            </a:r>
          </a:p>
        </p:txBody>
      </p:sp>
    </p:spTree>
    <p:extLst>
      <p:ext uri="{BB962C8B-B14F-4D97-AF65-F5344CB8AC3E}">
        <p14:creationId xmlns:p14="http://schemas.microsoft.com/office/powerpoint/2010/main" val="3567438409"/>
      </p:ext>
    </p:extLst>
  </p:cSld>
  <p:clrMapOvr>
    <a:masterClrMapping/>
  </p:clrMapOvr>
  <p:transition spd="slow">
    <p:strips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88A8-9CE4-9FFD-FAC0-FCF2F433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04FAA-45F6-E71A-52C9-1EBC68BFE383}"/>
              </a:ext>
            </a:extLst>
          </p:cNvPr>
          <p:cNvSpPr txBox="1"/>
          <p:nvPr/>
        </p:nvSpPr>
        <p:spPr>
          <a:xfrm>
            <a:off x="2142032" y="502574"/>
            <a:ext cx="790793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இந்நாள் வரை சுமந்தவரே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என் நினைவாய் இருப்பவரே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F773F-0406-DD6F-C783-9429C9933F99}"/>
              </a:ext>
            </a:extLst>
          </p:cNvPr>
          <p:cNvSpPr txBox="1"/>
          <p:nvPr/>
        </p:nvSpPr>
        <p:spPr>
          <a:xfrm>
            <a:off x="1888758" y="3303341"/>
            <a:ext cx="841448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Innaal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Varai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Sumandhavarae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En </a:t>
            </a:r>
            <a:r>
              <a:rPr lang="en-IN" sz="4800" b="1" dirty="0" err="1">
                <a:latin typeface="Playfair Display" panose="00000500000000000000" pitchFamily="2" charset="0"/>
              </a:rPr>
              <a:t>Ninaivaai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Irupavarae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491374"/>
      </p:ext>
    </p:extLst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8A68-C4B3-DFB1-922C-5A3E5211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887993-4032-D2F8-DA8C-7123AA6F1D80}"/>
              </a:ext>
            </a:extLst>
          </p:cNvPr>
          <p:cNvSpPr txBox="1"/>
          <p:nvPr/>
        </p:nvSpPr>
        <p:spPr>
          <a:xfrm>
            <a:off x="2131612" y="502574"/>
            <a:ext cx="79287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இதயத்தில் சுமந்தீரே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கரு போல சுமந்தீரே நன்றி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29536-FDF6-8B38-E79B-E8AC0E2F1E33}"/>
              </a:ext>
            </a:extLst>
          </p:cNvPr>
          <p:cNvSpPr txBox="1"/>
          <p:nvPr/>
        </p:nvSpPr>
        <p:spPr>
          <a:xfrm>
            <a:off x="1197864" y="3303341"/>
            <a:ext cx="979627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Idhayaththil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Karu Pola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24771"/>
      </p:ext>
    </p:extLst>
  </p:cSld>
  <p:clrMapOvr>
    <a:masterClrMapping/>
  </p:clrMapOvr>
  <p:transition spd="slow"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90AA-8D26-E31E-7890-3C5CC529A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1FB2C-0890-23F0-3591-F0EBE1B9AA79}"/>
              </a:ext>
            </a:extLst>
          </p:cNvPr>
          <p:cNvSpPr txBox="1"/>
          <p:nvPr/>
        </p:nvSpPr>
        <p:spPr>
          <a:xfrm>
            <a:off x="251290" y="502574"/>
            <a:ext cx="1168941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ஒன்றுமே இல்லாமல் துவங்கின என் வாழ்வு</a:t>
            </a: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நன்மையால் நிறைந்துள்ளதே </a:t>
            </a:r>
            <a:r>
              <a:rPr lang="en-US" sz="42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 (2)</a:t>
            </a:r>
            <a:endParaRPr lang="ta-IN" sz="42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ஓரு தீமையும் நினைக்காத நல்ல</a:t>
            </a: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ஒரு தகப்பன் உம்மைப் போல இல்ல </a:t>
            </a:r>
            <a:r>
              <a:rPr lang="en-US" sz="42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 (2)</a:t>
            </a:r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8A1B0-9419-1EB6-E164-DD3742B5E565}"/>
              </a:ext>
            </a:extLst>
          </p:cNvPr>
          <p:cNvSpPr txBox="1"/>
          <p:nvPr/>
        </p:nvSpPr>
        <p:spPr>
          <a:xfrm>
            <a:off x="-8396" y="3303341"/>
            <a:ext cx="12208791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600" b="1" dirty="0" err="1">
                <a:latin typeface="Playfair Display" panose="00000500000000000000" pitchFamily="2" charset="0"/>
              </a:rPr>
              <a:t>Ondrumae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Illaamal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Thuvangina</a:t>
            </a:r>
            <a:r>
              <a:rPr lang="en-IN" sz="4600" b="1" dirty="0">
                <a:latin typeface="Playfair Display" panose="00000500000000000000" pitchFamily="2" charset="0"/>
              </a:rPr>
              <a:t> En </a:t>
            </a:r>
            <a:r>
              <a:rPr lang="en-IN" sz="4600" b="1" dirty="0" err="1">
                <a:latin typeface="Playfair Display" panose="00000500000000000000" pitchFamily="2" charset="0"/>
              </a:rPr>
              <a:t>Vaazhvu</a:t>
            </a:r>
            <a:endParaRPr lang="en-IN" sz="46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600" b="1" dirty="0" err="1">
                <a:latin typeface="Playfair Display" panose="00000500000000000000" pitchFamily="2" charset="0"/>
              </a:rPr>
              <a:t>Nanmaiyaal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Niraindhulladhae</a:t>
            </a:r>
            <a:r>
              <a:rPr lang="en-IN" sz="4600" b="1" dirty="0">
                <a:latin typeface="Playfair Display" panose="00000500000000000000" pitchFamily="2" charset="0"/>
              </a:rPr>
              <a:t> – (2)</a:t>
            </a:r>
          </a:p>
          <a:p>
            <a:pPr algn="ctr"/>
            <a:r>
              <a:rPr lang="en-IN" sz="4600" b="1" dirty="0">
                <a:latin typeface="Playfair Display" panose="00000500000000000000" pitchFamily="2" charset="0"/>
              </a:rPr>
              <a:t>Oru </a:t>
            </a:r>
            <a:r>
              <a:rPr lang="en-IN" sz="4600" b="1" dirty="0" err="1">
                <a:latin typeface="Playfair Display" panose="00000500000000000000" pitchFamily="2" charset="0"/>
              </a:rPr>
              <a:t>Theemaiyum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Ninaikkaadha</a:t>
            </a:r>
            <a:r>
              <a:rPr lang="en-IN" sz="4600" b="1" dirty="0">
                <a:latin typeface="Playfair Display" panose="00000500000000000000" pitchFamily="2" charset="0"/>
              </a:rPr>
              <a:t> Nalla</a:t>
            </a:r>
          </a:p>
          <a:p>
            <a:pPr algn="ctr"/>
            <a:r>
              <a:rPr lang="en-IN" sz="4600" b="1" dirty="0">
                <a:latin typeface="Playfair Display" panose="00000500000000000000" pitchFamily="2" charset="0"/>
              </a:rPr>
              <a:t>Oru </a:t>
            </a:r>
            <a:r>
              <a:rPr lang="en-IN" sz="4600" b="1" dirty="0" err="1">
                <a:latin typeface="Playfair Display" panose="00000500000000000000" pitchFamily="2" charset="0"/>
              </a:rPr>
              <a:t>Thagappan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Ummaip</a:t>
            </a:r>
            <a:r>
              <a:rPr lang="en-IN" sz="4600" b="1" dirty="0">
                <a:latin typeface="Playfair Display" panose="00000500000000000000" pitchFamily="2" charset="0"/>
              </a:rPr>
              <a:t> Pola Illa – (2)</a:t>
            </a:r>
          </a:p>
        </p:txBody>
      </p:sp>
    </p:spTree>
    <p:extLst>
      <p:ext uri="{BB962C8B-B14F-4D97-AF65-F5344CB8AC3E}">
        <p14:creationId xmlns:p14="http://schemas.microsoft.com/office/powerpoint/2010/main" val="561520036"/>
      </p:ext>
    </p:extLst>
  </p:cSld>
  <p:clrMapOvr>
    <a:masterClrMapping/>
  </p:clrMapOvr>
  <p:transition spd="slow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B979-52AA-C397-C19B-23CA09FE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78DC3-C99E-84AB-07AC-91520B81C7DD}"/>
              </a:ext>
            </a:extLst>
          </p:cNvPr>
          <p:cNvSpPr txBox="1"/>
          <p:nvPr/>
        </p:nvSpPr>
        <p:spPr>
          <a:xfrm>
            <a:off x="2142032" y="502574"/>
            <a:ext cx="790793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இந்நாள் வரை சுமந்தவரே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என் நினைவாய் இருப்பவரே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73494-54AC-8DC2-17C9-40D0FD45757F}"/>
              </a:ext>
            </a:extLst>
          </p:cNvPr>
          <p:cNvSpPr txBox="1"/>
          <p:nvPr/>
        </p:nvSpPr>
        <p:spPr>
          <a:xfrm>
            <a:off x="1888758" y="3303341"/>
            <a:ext cx="841448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Innaal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Varai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Sumandhavarae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En </a:t>
            </a:r>
            <a:r>
              <a:rPr lang="en-IN" sz="4800" b="1" dirty="0" err="1">
                <a:latin typeface="Playfair Display" panose="00000500000000000000" pitchFamily="2" charset="0"/>
              </a:rPr>
              <a:t>Ninaivaai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Irupavarae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524955"/>
      </p:ext>
    </p:extLst>
  </p:cSld>
  <p:clrMapOvr>
    <a:masterClrMapping/>
  </p:clrMapOvr>
  <p:transition spd="slow"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5A6B-DF4B-924B-E106-EBB861C9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1DAD4E-D691-F9C9-16EF-607E07901EF8}"/>
              </a:ext>
            </a:extLst>
          </p:cNvPr>
          <p:cNvSpPr txBox="1"/>
          <p:nvPr/>
        </p:nvSpPr>
        <p:spPr>
          <a:xfrm>
            <a:off x="2131612" y="502574"/>
            <a:ext cx="79287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இதயத்தில் சுமந்தீரே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கரு போல சுமந்தீரே நன்றி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68BCB-7D40-5CEF-49D2-BAB8C07C226C}"/>
              </a:ext>
            </a:extLst>
          </p:cNvPr>
          <p:cNvSpPr txBox="1"/>
          <p:nvPr/>
        </p:nvSpPr>
        <p:spPr>
          <a:xfrm>
            <a:off x="1197864" y="3303341"/>
            <a:ext cx="979627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Idhayaththil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Karu Pola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02048"/>
      </p:ext>
    </p:extLst>
  </p:cSld>
  <p:clrMapOvr>
    <a:masterClrMapping/>
  </p:clrMapOvr>
  <p:transition spd="slow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5635-2ED0-6DB2-C266-996FD420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8F44B-26D3-0259-CE80-DDD0023F0C44}"/>
              </a:ext>
            </a:extLst>
          </p:cNvPr>
          <p:cNvSpPr txBox="1"/>
          <p:nvPr/>
        </p:nvSpPr>
        <p:spPr>
          <a:xfrm>
            <a:off x="47709" y="502574"/>
            <a:ext cx="1209658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அன்றன்றைக்கான என் தேவைகள் யாவையும்</a:t>
            </a: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உம் கரம் நல்கியதே</a:t>
            </a:r>
            <a:r>
              <a:rPr lang="en-US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2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 (2)</a:t>
            </a:r>
            <a:endParaRPr lang="ta-IN" sz="42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நீர் நடத்திடும் விதங்களை சொல்ல</a:t>
            </a: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(ஒரு) பூரண வார்த்தையே இல்ல </a:t>
            </a:r>
            <a:r>
              <a:rPr lang="en-US" sz="42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 (2)</a:t>
            </a:r>
            <a:endParaRPr lang="ta-IN" sz="42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C4A3E-DC64-0E1A-FD64-7BA91FFCA670}"/>
              </a:ext>
            </a:extLst>
          </p:cNvPr>
          <p:cNvSpPr txBox="1"/>
          <p:nvPr/>
        </p:nvSpPr>
        <p:spPr>
          <a:xfrm>
            <a:off x="44503" y="3303341"/>
            <a:ext cx="12102993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600" b="1" dirty="0" err="1">
                <a:latin typeface="Playfair Display" panose="00000500000000000000" pitchFamily="2" charset="0"/>
              </a:rPr>
              <a:t>Andrandraikkaana</a:t>
            </a:r>
            <a:r>
              <a:rPr lang="en-IN" sz="4600" b="1" dirty="0">
                <a:latin typeface="Playfair Display" panose="00000500000000000000" pitchFamily="2" charset="0"/>
              </a:rPr>
              <a:t> En </a:t>
            </a:r>
            <a:r>
              <a:rPr lang="en-IN" sz="4600" b="1" dirty="0" err="1">
                <a:latin typeface="Playfair Display" panose="00000500000000000000" pitchFamily="2" charset="0"/>
              </a:rPr>
              <a:t>Thevaigal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Yaavaiyum</a:t>
            </a:r>
            <a:endParaRPr lang="en-IN" sz="46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600" b="1" dirty="0">
                <a:latin typeface="Playfair Display" panose="00000500000000000000" pitchFamily="2" charset="0"/>
              </a:rPr>
              <a:t>Um Karam </a:t>
            </a:r>
            <a:r>
              <a:rPr lang="en-IN" sz="4600" b="1" dirty="0" err="1">
                <a:latin typeface="Playfair Display" panose="00000500000000000000" pitchFamily="2" charset="0"/>
              </a:rPr>
              <a:t>Nalkiyadhae</a:t>
            </a:r>
            <a:r>
              <a:rPr lang="en-IN" sz="4600" b="1" dirty="0">
                <a:latin typeface="Playfair Display" panose="00000500000000000000" pitchFamily="2" charset="0"/>
              </a:rPr>
              <a:t> – (2)</a:t>
            </a:r>
          </a:p>
          <a:p>
            <a:pPr algn="ctr"/>
            <a:r>
              <a:rPr lang="en-IN" sz="4600" b="1" dirty="0">
                <a:latin typeface="Playfair Display" panose="00000500000000000000" pitchFamily="2" charset="0"/>
              </a:rPr>
              <a:t>Neer </a:t>
            </a:r>
            <a:r>
              <a:rPr lang="en-IN" sz="4600" b="1" dirty="0" err="1">
                <a:latin typeface="Playfair Display" panose="00000500000000000000" pitchFamily="2" charset="0"/>
              </a:rPr>
              <a:t>Nadaththidum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Vidhangalai</a:t>
            </a:r>
            <a:r>
              <a:rPr lang="en-IN" sz="4600" b="1" dirty="0">
                <a:latin typeface="Playfair Display" panose="00000500000000000000" pitchFamily="2" charset="0"/>
              </a:rPr>
              <a:t> Solla</a:t>
            </a:r>
          </a:p>
          <a:p>
            <a:pPr algn="ctr"/>
            <a:r>
              <a:rPr lang="en-IN" sz="4600" b="1" dirty="0">
                <a:latin typeface="Playfair Display" panose="00000500000000000000" pitchFamily="2" charset="0"/>
              </a:rPr>
              <a:t>Oru Poorana </a:t>
            </a:r>
            <a:r>
              <a:rPr lang="en-IN" sz="4600" b="1" dirty="0" err="1">
                <a:latin typeface="Playfair Display" panose="00000500000000000000" pitchFamily="2" charset="0"/>
              </a:rPr>
              <a:t>Vaarththaiyae</a:t>
            </a:r>
            <a:r>
              <a:rPr lang="en-IN" sz="4600" b="1" dirty="0">
                <a:latin typeface="Playfair Display" panose="00000500000000000000" pitchFamily="2" charset="0"/>
              </a:rPr>
              <a:t> Illa – (2)</a:t>
            </a:r>
          </a:p>
        </p:txBody>
      </p:sp>
    </p:spTree>
    <p:extLst>
      <p:ext uri="{BB962C8B-B14F-4D97-AF65-F5344CB8AC3E}">
        <p14:creationId xmlns:p14="http://schemas.microsoft.com/office/powerpoint/2010/main" val="3843610774"/>
      </p:ext>
    </p:extLst>
  </p:cSld>
  <p:clrMapOvr>
    <a:masterClrMapping/>
  </p:clrMapOvr>
  <p:transition spd="slow">
    <p:strips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2F02-A8A8-B841-DB6F-F20BFF7D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B25C7-DD0D-ADC5-7D9C-E88BB2CFA760}"/>
              </a:ext>
            </a:extLst>
          </p:cNvPr>
          <p:cNvSpPr txBox="1"/>
          <p:nvPr/>
        </p:nvSpPr>
        <p:spPr>
          <a:xfrm>
            <a:off x="2142032" y="502574"/>
            <a:ext cx="790793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இந்நாள் வரை சுமந்தவரே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என் நினைவாய் இருப்பவரே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01E3E-44B8-B33B-E1BF-3CFF31852BE6}"/>
              </a:ext>
            </a:extLst>
          </p:cNvPr>
          <p:cNvSpPr txBox="1"/>
          <p:nvPr/>
        </p:nvSpPr>
        <p:spPr>
          <a:xfrm>
            <a:off x="1888758" y="3303341"/>
            <a:ext cx="841448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Innaal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Varai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Sumandhavarae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En </a:t>
            </a:r>
            <a:r>
              <a:rPr lang="en-IN" sz="4800" b="1" dirty="0" err="1">
                <a:latin typeface="Playfair Display" panose="00000500000000000000" pitchFamily="2" charset="0"/>
              </a:rPr>
              <a:t>Ninaivaai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Irupavarae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43918"/>
      </p:ext>
    </p:extLst>
  </p:cSld>
  <p:clrMapOvr>
    <a:masterClrMapping/>
  </p:clrMapOvr>
  <p:transition spd="slow">
    <p:strips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8053-1B31-FD96-47C3-68228B58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6979A1-DC00-0960-E8AA-D6D8713EA9A6}"/>
              </a:ext>
            </a:extLst>
          </p:cNvPr>
          <p:cNvSpPr txBox="1"/>
          <p:nvPr/>
        </p:nvSpPr>
        <p:spPr>
          <a:xfrm>
            <a:off x="2131612" y="502574"/>
            <a:ext cx="79287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இதயத்தில் சுமந்தீரே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கரு போல சுமந்தீரே நன்றி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B3DD6-24BF-E8D4-06C9-C5A9587EA628}"/>
              </a:ext>
            </a:extLst>
          </p:cNvPr>
          <p:cNvSpPr txBox="1"/>
          <p:nvPr/>
        </p:nvSpPr>
        <p:spPr>
          <a:xfrm>
            <a:off x="1197864" y="3303341"/>
            <a:ext cx="979627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Idhayaththil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Karu Pola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483655"/>
      </p:ext>
    </p:extLst>
  </p:cSld>
  <p:clrMapOvr>
    <a:masterClrMapping/>
  </p:clrMapOvr>
  <p:transition spd="slow">
    <p:strips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52C4-EAC5-F2C6-DEB9-824B17FD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9A947-B209-8E1B-8618-DCA14E3F7A87}"/>
              </a:ext>
            </a:extLst>
          </p:cNvPr>
          <p:cNvSpPr txBox="1"/>
          <p:nvPr/>
        </p:nvSpPr>
        <p:spPr>
          <a:xfrm>
            <a:off x="339455" y="502574"/>
            <a:ext cx="1151308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ஞானிகள் மத்தியில் பைத்தியம் என்னையும்</a:t>
            </a: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அழைத்தது அதிசயமே </a:t>
            </a:r>
            <a:r>
              <a:rPr lang="en-US" sz="42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 (2)</a:t>
            </a:r>
            <a:endParaRPr lang="ta-IN" sz="4200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நான் இதற்க்கான பாத்திரன் அல்ல</a:t>
            </a:r>
          </a:p>
          <a:p>
            <a:pPr algn="ctr"/>
            <a:r>
              <a:rPr lang="ta-IN" sz="42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இது கிருபையே வேறொன்றும் இல்ல </a:t>
            </a:r>
            <a:r>
              <a:rPr lang="en-US" sz="42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– (2)</a:t>
            </a:r>
            <a:endParaRPr lang="ta-IN" sz="42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D0BF2-610A-CC69-FB75-3A67E3C82B5A}"/>
              </a:ext>
            </a:extLst>
          </p:cNvPr>
          <p:cNvSpPr txBox="1"/>
          <p:nvPr/>
        </p:nvSpPr>
        <p:spPr>
          <a:xfrm>
            <a:off x="-75722" y="3303341"/>
            <a:ext cx="12343443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600" b="1" dirty="0" err="1">
                <a:latin typeface="Playfair Display" panose="00000500000000000000" pitchFamily="2" charset="0"/>
              </a:rPr>
              <a:t>Gnaanigal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Maththiyil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Paiththiyam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Ennaiyum</a:t>
            </a:r>
            <a:endParaRPr lang="en-IN" sz="46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600" b="1" dirty="0" err="1">
                <a:latin typeface="Playfair Display" panose="00000500000000000000" pitchFamily="2" charset="0"/>
              </a:rPr>
              <a:t>Azaiththadhu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Adhisayamae</a:t>
            </a:r>
            <a:r>
              <a:rPr lang="en-IN" sz="4600" b="1" dirty="0">
                <a:latin typeface="Playfair Display" panose="00000500000000000000" pitchFamily="2" charset="0"/>
              </a:rPr>
              <a:t> – (2)</a:t>
            </a:r>
          </a:p>
          <a:p>
            <a:pPr algn="ctr"/>
            <a:r>
              <a:rPr lang="en-IN" sz="4600" b="1" dirty="0">
                <a:latin typeface="Playfair Display" panose="00000500000000000000" pitchFamily="2" charset="0"/>
              </a:rPr>
              <a:t>Naan </a:t>
            </a:r>
            <a:r>
              <a:rPr lang="en-IN" sz="4600" b="1" dirty="0" err="1">
                <a:latin typeface="Playfair Display" panose="00000500000000000000" pitchFamily="2" charset="0"/>
              </a:rPr>
              <a:t>Idharkkaana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Paaththiran</a:t>
            </a:r>
            <a:r>
              <a:rPr lang="en-IN" sz="4600" b="1" dirty="0">
                <a:latin typeface="Playfair Display" panose="00000500000000000000" pitchFamily="2" charset="0"/>
              </a:rPr>
              <a:t> Alla</a:t>
            </a:r>
          </a:p>
          <a:p>
            <a:pPr algn="ctr"/>
            <a:r>
              <a:rPr lang="en-IN" sz="4600" b="1" dirty="0" err="1">
                <a:latin typeface="Playfair Display" panose="00000500000000000000" pitchFamily="2" charset="0"/>
              </a:rPr>
              <a:t>Idhu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Kirubaiyae</a:t>
            </a:r>
            <a:r>
              <a:rPr lang="en-IN" sz="4600" b="1" dirty="0">
                <a:latin typeface="Playfair Display" panose="00000500000000000000" pitchFamily="2" charset="0"/>
              </a:rPr>
              <a:t> </a:t>
            </a:r>
            <a:r>
              <a:rPr lang="en-IN" sz="4600" b="1" dirty="0" err="1">
                <a:latin typeface="Playfair Display" panose="00000500000000000000" pitchFamily="2" charset="0"/>
              </a:rPr>
              <a:t>Verondrum</a:t>
            </a:r>
            <a:r>
              <a:rPr lang="en-IN" sz="4600" b="1" dirty="0">
                <a:latin typeface="Playfair Display" panose="00000500000000000000" pitchFamily="2" charset="0"/>
              </a:rPr>
              <a:t> Illa –(2)</a:t>
            </a:r>
          </a:p>
        </p:txBody>
      </p:sp>
    </p:spTree>
    <p:extLst>
      <p:ext uri="{BB962C8B-B14F-4D97-AF65-F5344CB8AC3E}">
        <p14:creationId xmlns:p14="http://schemas.microsoft.com/office/powerpoint/2010/main" val="1083922226"/>
      </p:ext>
    </p:extLst>
  </p:cSld>
  <p:clrMapOvr>
    <a:masterClrMapping/>
  </p:clrMapOvr>
  <p:transition spd="slow">
    <p:strips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1ED6-21A4-6B5F-09CF-59AB3275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30639-6B95-BE20-FED8-03EF2AAAA201}"/>
              </a:ext>
            </a:extLst>
          </p:cNvPr>
          <p:cNvSpPr txBox="1"/>
          <p:nvPr/>
        </p:nvSpPr>
        <p:spPr>
          <a:xfrm>
            <a:off x="2142032" y="502574"/>
            <a:ext cx="790793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இந்நாள் வரை சுமந்தவரே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எபிநேசரே எபிநேசரே…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என் நினைவாய் இருப்பவரே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E817F-94CB-0ED0-8A7A-95285F3473DB}"/>
              </a:ext>
            </a:extLst>
          </p:cNvPr>
          <p:cNvSpPr txBox="1"/>
          <p:nvPr/>
        </p:nvSpPr>
        <p:spPr>
          <a:xfrm>
            <a:off x="1888758" y="3303341"/>
            <a:ext cx="841448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Innaal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Varai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Sumandhavarae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Ebinesarae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En </a:t>
            </a:r>
            <a:r>
              <a:rPr lang="en-IN" sz="4800" b="1" dirty="0" err="1">
                <a:latin typeface="Playfair Display" panose="00000500000000000000" pitchFamily="2" charset="0"/>
              </a:rPr>
              <a:t>Ninaivaai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Irupavarae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151560"/>
      </p:ext>
    </p:extLst>
  </p:cSld>
  <p:clrMapOvr>
    <a:masterClrMapping/>
  </p:clrMapOvr>
  <p:transition spd="slow"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3BD4-5EAD-AEEA-E7D5-C53A073E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4CA8D-1A7F-7E3A-6F8E-EBAEF84F132C}"/>
              </a:ext>
            </a:extLst>
          </p:cNvPr>
          <p:cNvSpPr txBox="1"/>
          <p:nvPr/>
        </p:nvSpPr>
        <p:spPr>
          <a:xfrm>
            <a:off x="2131612" y="502574"/>
            <a:ext cx="79287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இதயத்தில் சுமந்தீரே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நன்றி நன்றி நன்றி</a:t>
            </a:r>
          </a:p>
          <a:p>
            <a:pPr algn="ctr"/>
            <a:r>
              <a:rPr lang="ta-IN" sz="4400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கரு போல சுமந்தீரே நன்றி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66D8D-6904-35B3-8505-5693BF0E11E1}"/>
              </a:ext>
            </a:extLst>
          </p:cNvPr>
          <p:cNvSpPr txBox="1"/>
          <p:nvPr/>
        </p:nvSpPr>
        <p:spPr>
          <a:xfrm>
            <a:off x="1197864" y="3303341"/>
            <a:ext cx="979627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Idhayaththil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Karu Pola </a:t>
            </a:r>
            <a:r>
              <a:rPr lang="en-IN" sz="4800" b="1" dirty="0" err="1">
                <a:latin typeface="Playfair Display" panose="00000500000000000000" pitchFamily="2" charset="0"/>
              </a:rPr>
              <a:t>Sumandhirae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Nandri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691545"/>
      </p:ext>
    </p:extLst>
  </p:cSld>
  <p:clrMapOvr>
    <a:masterClrMapping/>
  </p:clrMapOvr>
  <p:transition spd="slow">
    <p:strips dir="r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</TotalTime>
  <Words>387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Playfair Display</vt:lpstr>
      <vt:lpstr>Rockwell</vt:lpstr>
      <vt:lpstr>Uni Ila.Sundaram-02</vt:lpstr>
      <vt:lpstr>Uni Ila.Sundaram-05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Nadar</dc:creator>
  <cp:lastModifiedBy>Prince Nadar</cp:lastModifiedBy>
  <cp:revision>3</cp:revision>
  <dcterms:created xsi:type="dcterms:W3CDTF">2026-04-11T18:09:52Z</dcterms:created>
  <dcterms:modified xsi:type="dcterms:W3CDTF">2026-04-11T18:38:06Z</dcterms:modified>
</cp:coreProperties>
</file>